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738" r:id="rId1"/>
  </p:sldMasterIdLst>
  <p:notesMasterIdLst>
    <p:notesMasterId r:id="rId10"/>
  </p:notesMasterIdLst>
  <p:sldIdLst>
    <p:sldId id="256" r:id="rId2"/>
    <p:sldId id="257" r:id="rId3"/>
    <p:sldId id="258" r:id="rId4"/>
    <p:sldId id="259" r:id="rId5"/>
    <p:sldId id="260" r:id="rId6"/>
    <p:sldId id="265" r:id="rId7"/>
    <p:sldId id="263" r:id="rId8"/>
    <p:sldId id="264" r:id="rId9"/>
  </p:sldIdLst>
  <p:sldSz cx="9144000" cy="5143500" type="screen16x9"/>
  <p:notesSz cx="6858000" cy="9144000"/>
  <p:embeddedFontLst>
    <p:embeddedFont>
      <p:font typeface="Century Gothic" panose="020B0502020202020204" pitchFamily="34" charset="0"/>
      <p:regular r:id="rId11"/>
      <p:bold r:id="rId12"/>
      <p:italic r:id="rId13"/>
      <p:boldItalic r:id="rId14"/>
    </p:embeddedFont>
    <p:embeddedFont>
      <p:font typeface="Red Hat Display" panose="020B0604020202020204" charset="0"/>
      <p:regular r:id="rId15"/>
      <p:bold r:id="rId16"/>
      <p:italic r:id="rId17"/>
      <p:boldItalic r:id="rId18"/>
    </p:embeddedFont>
    <p:embeddedFont>
      <p:font typeface="Wingdings 3" panose="05040102010807070707" pitchFamily="18" charset="2"/>
      <p:regular r:id="rId19"/>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3" d="100"/>
          <a:sy n="93" d="100"/>
        </p:scale>
        <p:origin x="520" y="56"/>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3.fntdata"/><Relationship Id="rId18" Type="http://schemas.openxmlformats.org/officeDocument/2006/relationships/font" Target="fonts/font8.fntdata"/><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font" Target="fonts/font2.fntdata"/><Relationship Id="rId17" Type="http://schemas.openxmlformats.org/officeDocument/2006/relationships/font" Target="fonts/font7.fntdata"/><Relationship Id="rId2" Type="http://schemas.openxmlformats.org/officeDocument/2006/relationships/slide" Target="slides/slide1.xml"/><Relationship Id="rId16" Type="http://schemas.openxmlformats.org/officeDocument/2006/relationships/font" Target="fonts/font6.fntdata"/><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1.fntdata"/><Relationship Id="rId5" Type="http://schemas.openxmlformats.org/officeDocument/2006/relationships/slide" Target="slides/slide4.xml"/><Relationship Id="rId15" Type="http://schemas.openxmlformats.org/officeDocument/2006/relationships/font" Target="fonts/font5.fntdata"/><Relationship Id="rId23" Type="http://schemas.openxmlformats.org/officeDocument/2006/relationships/tableStyles" Target="tableStyles.xml"/><Relationship Id="rId10" Type="http://schemas.openxmlformats.org/officeDocument/2006/relationships/notesMaster" Target="notesMasters/notesMaster1.xml"/><Relationship Id="rId19" Type="http://schemas.openxmlformats.org/officeDocument/2006/relationships/font" Target="fonts/font9.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4.fntdata"/><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4"/>
        <p:cNvGrpSpPr/>
        <p:nvPr/>
      </p:nvGrpSpPr>
      <p:grpSpPr>
        <a:xfrm>
          <a:off x="0" y="0"/>
          <a:ext cx="0" cy="0"/>
          <a:chOff x="0" y="0"/>
          <a:chExt cx="0" cy="0"/>
        </a:xfrm>
      </p:grpSpPr>
      <p:sp>
        <p:nvSpPr>
          <p:cNvPr id="545" name="Google Shape;545;g3f692869733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6" name="Google Shape;546;g3f692869733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0"/>
        <p:cNvGrpSpPr/>
        <p:nvPr/>
      </p:nvGrpSpPr>
      <p:grpSpPr>
        <a:xfrm>
          <a:off x="0" y="0"/>
          <a:ext cx="0" cy="0"/>
          <a:chOff x="0" y="0"/>
          <a:chExt cx="0" cy="0"/>
        </a:xfrm>
      </p:grpSpPr>
      <p:sp>
        <p:nvSpPr>
          <p:cNvPr id="551" name="Google Shape;551;g3f692869733_0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2" name="Google Shape;552;g3f692869733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6"/>
        <p:cNvGrpSpPr/>
        <p:nvPr/>
      </p:nvGrpSpPr>
      <p:grpSpPr>
        <a:xfrm>
          <a:off x="0" y="0"/>
          <a:ext cx="0" cy="0"/>
          <a:chOff x="0" y="0"/>
          <a:chExt cx="0" cy="0"/>
        </a:xfrm>
      </p:grpSpPr>
      <p:sp>
        <p:nvSpPr>
          <p:cNvPr id="557" name="Google Shape;557;g3fab3a4cc5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8" name="Google Shape;558;g3fab3a4cc55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2"/>
        <p:cNvGrpSpPr/>
        <p:nvPr/>
      </p:nvGrpSpPr>
      <p:grpSpPr>
        <a:xfrm>
          <a:off x="0" y="0"/>
          <a:ext cx="0" cy="0"/>
          <a:chOff x="0" y="0"/>
          <a:chExt cx="0" cy="0"/>
        </a:xfrm>
      </p:grpSpPr>
      <p:sp>
        <p:nvSpPr>
          <p:cNvPr id="563" name="Google Shape;563;g3f692869733_0_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4" name="Google Shape;564;g3f692869733_0_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9"/>
        <p:cNvGrpSpPr/>
        <p:nvPr/>
      </p:nvGrpSpPr>
      <p:grpSpPr>
        <a:xfrm>
          <a:off x="0" y="0"/>
          <a:ext cx="0" cy="0"/>
          <a:chOff x="0" y="0"/>
          <a:chExt cx="0" cy="0"/>
        </a:xfrm>
      </p:grpSpPr>
      <p:sp>
        <p:nvSpPr>
          <p:cNvPr id="570" name="Google Shape;570;g3fab3a4cc55_0_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1" name="Google Shape;571;g3fab3a4cc55_0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9">
          <a:extLst>
            <a:ext uri="{FF2B5EF4-FFF2-40B4-BE49-F238E27FC236}">
              <a16:creationId xmlns:a16="http://schemas.microsoft.com/office/drawing/2014/main" id="{47627B2A-CA8C-126F-5E09-D90D3128F7AD}"/>
            </a:ext>
          </a:extLst>
        </p:cNvPr>
        <p:cNvGrpSpPr/>
        <p:nvPr/>
      </p:nvGrpSpPr>
      <p:grpSpPr>
        <a:xfrm>
          <a:off x="0" y="0"/>
          <a:ext cx="0" cy="0"/>
          <a:chOff x="0" y="0"/>
          <a:chExt cx="0" cy="0"/>
        </a:xfrm>
      </p:grpSpPr>
      <p:sp>
        <p:nvSpPr>
          <p:cNvPr id="570" name="Google Shape;570;g3fab3a4cc55_0_11:notes">
            <a:extLst>
              <a:ext uri="{FF2B5EF4-FFF2-40B4-BE49-F238E27FC236}">
                <a16:creationId xmlns:a16="http://schemas.microsoft.com/office/drawing/2014/main" id="{B99B5AC2-16FC-0614-DF1F-1AA9F8DAAB4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1" name="Google Shape;571;g3fab3a4cc55_0_11:notes">
            <a:extLst>
              <a:ext uri="{FF2B5EF4-FFF2-40B4-BE49-F238E27FC236}">
                <a16:creationId xmlns:a16="http://schemas.microsoft.com/office/drawing/2014/main" id="{CD00162B-3014-1060-FF85-A8D4043DE5A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4502340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7"/>
        <p:cNvGrpSpPr/>
        <p:nvPr/>
      </p:nvGrpSpPr>
      <p:grpSpPr>
        <a:xfrm>
          <a:off x="0" y="0"/>
          <a:ext cx="0" cy="0"/>
          <a:chOff x="0" y="0"/>
          <a:chExt cx="0" cy="0"/>
        </a:xfrm>
      </p:grpSpPr>
      <p:sp>
        <p:nvSpPr>
          <p:cNvPr id="588" name="Google Shape;588;g3f692869733_1_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9" name="Google Shape;589;g3f692869733_1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4"/>
        <p:cNvGrpSpPr/>
        <p:nvPr/>
      </p:nvGrpSpPr>
      <p:grpSpPr>
        <a:xfrm>
          <a:off x="0" y="0"/>
          <a:ext cx="0" cy="0"/>
          <a:chOff x="0" y="0"/>
          <a:chExt cx="0" cy="0"/>
        </a:xfrm>
      </p:grpSpPr>
      <p:sp>
        <p:nvSpPr>
          <p:cNvPr id="595" name="Google Shape;595;g3f692869733_0_1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6" name="Google Shape;596;g3f692869733_0_1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866216" y="1085850"/>
            <a:ext cx="6619244" cy="2497186"/>
          </a:xfrm>
        </p:spPr>
        <p:txBody>
          <a:bodyPr anchor="b"/>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866216" y="3583035"/>
            <a:ext cx="6619244" cy="646065"/>
          </a:xfrm>
        </p:spPr>
        <p:txBody>
          <a:bodyPr anchor="t"/>
          <a:lstStyle>
            <a:lvl1pPr marL="0" indent="0" algn="l">
              <a:buNone/>
              <a:defRPr cap="all">
                <a:solidFill>
                  <a:schemeClr val="bg2">
                    <a:lumMod val="40000"/>
                    <a:lumOff val="60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FD996AD6-6F66-4B87-8509-5565370DA783}" type="datetimeFigureOut">
              <a:rPr lang="en-IN" smtClean="0"/>
              <a:t>24-08-2026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2C1A94C-307B-4708-A2BD-A93DD5CA848D}" type="slidenum">
              <a:rPr lang="en-IN" smtClean="0"/>
              <a:t>‹#›</a:t>
            </a:fld>
            <a:endParaRPr lang="en-IN"/>
          </a:p>
        </p:txBody>
      </p:sp>
    </p:spTree>
    <p:extLst>
      <p:ext uri="{BB962C8B-B14F-4D97-AF65-F5344CB8AC3E}">
        <p14:creationId xmlns:p14="http://schemas.microsoft.com/office/powerpoint/2010/main" val="2245348477"/>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FD996AD6-6F66-4B87-8509-5565370DA783}" type="datetimeFigureOut">
              <a:rPr lang="en-IN" smtClean="0"/>
              <a:t>24-08-2026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2C1A94C-307B-4708-A2BD-A93DD5CA848D}" type="slidenum">
              <a:rPr lang="en-IN" smtClean="0"/>
              <a:t>‹#›</a:t>
            </a:fld>
            <a:endParaRPr lang="en-IN"/>
          </a:p>
        </p:txBody>
      </p:sp>
    </p:spTree>
    <p:extLst>
      <p:ext uri="{BB962C8B-B14F-4D97-AF65-F5344CB8AC3E}">
        <p14:creationId xmlns:p14="http://schemas.microsoft.com/office/powerpoint/2010/main" val="3998516639"/>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66217" y="2146300"/>
            <a:ext cx="6619243" cy="1436735"/>
          </a:xfrm>
        </p:spPr>
        <p:txBody>
          <a:bodyPr anchor="b"/>
          <a:lstStyle>
            <a:lvl1pPr algn="l">
              <a:defRPr sz="3000" b="0" cap="none"/>
            </a:lvl1pPr>
          </a:lstStyle>
          <a:p>
            <a:r>
              <a:rPr lang="en-US"/>
              <a:t>Click to edit Master title style</a:t>
            </a:r>
            <a:endParaRPr lang="en-US" dirty="0"/>
          </a:p>
        </p:txBody>
      </p:sp>
      <p:sp>
        <p:nvSpPr>
          <p:cNvPr id="3" name="Text Placeholder 2"/>
          <p:cNvSpPr>
            <a:spLocks noGrp="1"/>
          </p:cNvSpPr>
          <p:nvPr>
            <p:ph type="body" idx="1"/>
          </p:nvPr>
        </p:nvSpPr>
        <p:spPr>
          <a:xfrm>
            <a:off x="866216" y="3583036"/>
            <a:ext cx="6619244" cy="645300"/>
          </a:xfrm>
        </p:spPr>
        <p:txBody>
          <a:bodyPr anchor="t"/>
          <a:lstStyle>
            <a:lvl1pPr marL="0" indent="0" algn="l">
              <a:buNone/>
              <a:defRPr sz="1500" cap="all">
                <a:solidFill>
                  <a:schemeClr val="bg2">
                    <a:lumMod val="40000"/>
                    <a:lumOff val="60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D996AD6-6F66-4B87-8509-5565370DA783}" type="datetimeFigureOut">
              <a:rPr lang="en-IN" smtClean="0"/>
              <a:t>24-08-2026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2C1A94C-307B-4708-A2BD-A93DD5CA848D}" type="slidenum">
              <a:rPr lang="en-IN" smtClean="0"/>
              <a:t>‹#›</a:t>
            </a:fld>
            <a:endParaRPr lang="en-IN"/>
          </a:p>
        </p:txBody>
      </p:sp>
    </p:spTree>
    <p:extLst>
      <p:ext uri="{BB962C8B-B14F-4D97-AF65-F5344CB8AC3E}">
        <p14:creationId xmlns:p14="http://schemas.microsoft.com/office/powerpoint/2010/main" val="1567752182"/>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27485" y="1545432"/>
            <a:ext cx="3297254" cy="3146822"/>
          </a:xfrm>
        </p:spPr>
        <p:txBody>
          <a:bodyPr>
            <a:normAutofit/>
          </a:bodyPr>
          <a:lstStyle>
            <a:lvl1pPr>
              <a:defRPr sz="1350"/>
            </a:lvl1pPr>
            <a:lvl2pPr>
              <a:defRPr sz="1200"/>
            </a:lvl2pPr>
            <a:lvl3pPr>
              <a:defRPr sz="1050"/>
            </a:lvl3pPr>
            <a:lvl4pPr>
              <a:defRPr sz="900"/>
            </a:lvl4pPr>
            <a:lvl5pPr>
              <a:defRPr sz="900"/>
            </a:lvl5pPr>
            <a:lvl6pPr>
              <a:defRPr sz="900"/>
            </a:lvl6pPr>
            <a:lvl7pPr>
              <a:defRPr sz="900"/>
            </a:lvl7pPr>
            <a:lvl8pPr>
              <a:defRPr sz="900"/>
            </a:lvl8pPr>
            <a:lvl9pPr>
              <a:defRPr sz="9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240870" y="1542069"/>
            <a:ext cx="3297256" cy="3150184"/>
          </a:xfrm>
        </p:spPr>
        <p:txBody>
          <a:bodyPr>
            <a:normAutofit/>
          </a:bodyPr>
          <a:lstStyle>
            <a:lvl1pPr>
              <a:defRPr sz="1350"/>
            </a:lvl1pPr>
            <a:lvl2pPr>
              <a:defRPr sz="1200"/>
            </a:lvl2pPr>
            <a:lvl3pPr>
              <a:defRPr sz="1050"/>
            </a:lvl3pPr>
            <a:lvl4pPr>
              <a:defRPr sz="900"/>
            </a:lvl4pPr>
            <a:lvl5pPr>
              <a:defRPr sz="900"/>
            </a:lvl5pPr>
            <a:lvl6pPr>
              <a:defRPr sz="900"/>
            </a:lvl6pPr>
            <a:lvl7pPr>
              <a:defRPr sz="900"/>
            </a:lvl7pPr>
            <a:lvl8pPr>
              <a:defRPr sz="900"/>
            </a:lvl8pPr>
            <a:lvl9pPr>
              <a:defRPr sz="9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FD996AD6-6F66-4B87-8509-5565370DA783}" type="datetimeFigureOut">
              <a:rPr lang="en-IN" smtClean="0"/>
              <a:t>24-08-2026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2C1A94C-307B-4708-A2BD-A93DD5CA848D}" type="slidenum">
              <a:rPr lang="en-IN" smtClean="0"/>
              <a:t>‹#›</a:t>
            </a:fld>
            <a:endParaRPr lang="en-IN"/>
          </a:p>
        </p:txBody>
      </p:sp>
    </p:spTree>
    <p:extLst>
      <p:ext uri="{BB962C8B-B14F-4D97-AF65-F5344CB8AC3E}">
        <p14:creationId xmlns:p14="http://schemas.microsoft.com/office/powerpoint/2010/main" val="4215472030"/>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827485" y="1428750"/>
            <a:ext cx="3297254" cy="432197"/>
          </a:xfrm>
        </p:spPr>
        <p:txBody>
          <a:bodyPr anchor="b">
            <a:noAutofit/>
          </a:bodyPr>
          <a:lstStyle>
            <a:lvl1pPr marL="0" indent="0">
              <a:buNone/>
              <a:defRPr sz="1800" b="0">
                <a:solidFill>
                  <a:schemeClr val="bg2">
                    <a:lumMod val="40000"/>
                    <a:lumOff val="6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827485" y="1885950"/>
            <a:ext cx="3297254" cy="2806304"/>
          </a:xfrm>
        </p:spPr>
        <p:txBody>
          <a:bodyPr>
            <a:normAutofit/>
          </a:bodyPr>
          <a:lstStyle>
            <a:lvl1pPr>
              <a:defRPr sz="1350"/>
            </a:lvl1pPr>
            <a:lvl2pPr>
              <a:defRPr sz="1200"/>
            </a:lvl2pPr>
            <a:lvl3pPr>
              <a:defRPr sz="1050"/>
            </a:lvl3pPr>
            <a:lvl4pPr>
              <a:defRPr sz="900"/>
            </a:lvl4pPr>
            <a:lvl5pPr>
              <a:defRPr sz="900"/>
            </a:lvl5pPr>
            <a:lvl6pPr>
              <a:defRPr sz="900"/>
            </a:lvl6pPr>
            <a:lvl7pPr>
              <a:defRPr sz="900"/>
            </a:lvl7pPr>
            <a:lvl8pPr>
              <a:defRPr sz="900"/>
            </a:lvl8pPr>
            <a:lvl9pPr>
              <a:defRPr sz="9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240872" y="1428750"/>
            <a:ext cx="3297254" cy="432197"/>
          </a:xfrm>
        </p:spPr>
        <p:txBody>
          <a:bodyPr anchor="b">
            <a:noAutofit/>
          </a:bodyPr>
          <a:lstStyle>
            <a:lvl1pPr marL="0" indent="0">
              <a:buNone/>
              <a:defRPr sz="1800" b="0">
                <a:solidFill>
                  <a:schemeClr val="bg2">
                    <a:lumMod val="40000"/>
                    <a:lumOff val="6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240872" y="1885950"/>
            <a:ext cx="3297254" cy="2806304"/>
          </a:xfrm>
        </p:spPr>
        <p:txBody>
          <a:bodyPr>
            <a:normAutofit/>
          </a:bodyPr>
          <a:lstStyle>
            <a:lvl1pPr>
              <a:defRPr sz="1350"/>
            </a:lvl1pPr>
            <a:lvl2pPr>
              <a:defRPr sz="1200"/>
            </a:lvl2pPr>
            <a:lvl3pPr>
              <a:defRPr sz="1050"/>
            </a:lvl3pPr>
            <a:lvl4pPr>
              <a:defRPr sz="900"/>
            </a:lvl4pPr>
            <a:lvl5pPr>
              <a:defRPr sz="900"/>
            </a:lvl5pPr>
            <a:lvl6pPr>
              <a:defRPr sz="900"/>
            </a:lvl6pPr>
            <a:lvl7pPr>
              <a:defRPr sz="900"/>
            </a:lvl7pPr>
            <a:lvl8pPr>
              <a:defRPr sz="900"/>
            </a:lvl8pPr>
            <a:lvl9pPr>
              <a:defRPr sz="9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D996AD6-6F66-4B87-8509-5565370DA783}" type="datetimeFigureOut">
              <a:rPr lang="en-IN" smtClean="0"/>
              <a:t>24-08-2026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02C1A94C-307B-4708-A2BD-A93DD5CA848D}" type="slidenum">
              <a:rPr lang="en-IN" smtClean="0"/>
              <a:t>‹#›</a:t>
            </a:fld>
            <a:endParaRPr lang="en-IN"/>
          </a:p>
        </p:txBody>
      </p:sp>
    </p:spTree>
    <p:extLst>
      <p:ext uri="{BB962C8B-B14F-4D97-AF65-F5344CB8AC3E}">
        <p14:creationId xmlns:p14="http://schemas.microsoft.com/office/powerpoint/2010/main" val="1977934358"/>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FD996AD6-6F66-4B87-8509-5565370DA783}" type="datetimeFigureOut">
              <a:rPr lang="en-IN" smtClean="0"/>
              <a:t>24-08-2026</a:t>
            </a:fld>
            <a:endParaRPr lang="en-IN"/>
          </a:p>
        </p:txBody>
      </p:sp>
      <p:sp>
        <p:nvSpPr>
          <p:cNvPr id="5" name="Footer Placeholder 3"/>
          <p:cNvSpPr>
            <a:spLocks noGrp="1"/>
          </p:cNvSpPr>
          <p:nvPr>
            <p:ph type="ftr" sz="quarter" idx="11"/>
          </p:nvPr>
        </p:nvSpPr>
        <p:spPr/>
        <p:txBody>
          <a:bodyPr/>
          <a:lstStyle/>
          <a:p>
            <a:endParaRPr lang="en-IN"/>
          </a:p>
        </p:txBody>
      </p:sp>
      <p:sp>
        <p:nvSpPr>
          <p:cNvPr id="6" name="Slide Number Placeholder 4"/>
          <p:cNvSpPr>
            <a:spLocks noGrp="1"/>
          </p:cNvSpPr>
          <p:nvPr>
            <p:ph type="sldNum" sz="quarter" idx="12"/>
          </p:nvPr>
        </p:nvSpPr>
        <p:spPr/>
        <p:txBody>
          <a:bodyPr/>
          <a:lstStyle/>
          <a:p>
            <a:fld id="{02C1A94C-307B-4708-A2BD-A93DD5CA848D}" type="slidenum">
              <a:rPr lang="en-IN" smtClean="0"/>
              <a:t>‹#›</a:t>
            </a:fld>
            <a:endParaRPr lang="en-IN"/>
          </a:p>
        </p:txBody>
      </p:sp>
    </p:spTree>
    <p:extLst>
      <p:ext uri="{BB962C8B-B14F-4D97-AF65-F5344CB8AC3E}">
        <p14:creationId xmlns:p14="http://schemas.microsoft.com/office/powerpoint/2010/main" val="3149443937"/>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FD996AD6-6F66-4B87-8509-5565370DA783}" type="datetimeFigureOut">
              <a:rPr lang="en-IN" smtClean="0"/>
              <a:t>24-08-2026</a:t>
            </a:fld>
            <a:endParaRPr lang="en-IN"/>
          </a:p>
        </p:txBody>
      </p:sp>
      <p:sp>
        <p:nvSpPr>
          <p:cNvPr id="5" name="Footer Placeholder 2"/>
          <p:cNvSpPr>
            <a:spLocks noGrp="1"/>
          </p:cNvSpPr>
          <p:nvPr>
            <p:ph type="ftr" sz="quarter" idx="11"/>
          </p:nvPr>
        </p:nvSpPr>
        <p:spPr/>
        <p:txBody>
          <a:bodyPr/>
          <a:lstStyle/>
          <a:p>
            <a:endParaRPr lang="en-IN"/>
          </a:p>
        </p:txBody>
      </p:sp>
      <p:sp>
        <p:nvSpPr>
          <p:cNvPr id="6" name="Slide Number Placeholder 3"/>
          <p:cNvSpPr>
            <a:spLocks noGrp="1"/>
          </p:cNvSpPr>
          <p:nvPr>
            <p:ph type="sldNum" sz="quarter" idx="12"/>
          </p:nvPr>
        </p:nvSpPr>
        <p:spPr/>
        <p:txBody>
          <a:bodyPr/>
          <a:lstStyle/>
          <a:p>
            <a:fld id="{02C1A94C-307B-4708-A2BD-A93DD5CA848D}" type="slidenum">
              <a:rPr lang="en-IN" smtClean="0"/>
              <a:t>‹#›</a:t>
            </a:fld>
            <a:endParaRPr lang="en-IN"/>
          </a:p>
        </p:txBody>
      </p:sp>
    </p:spTree>
    <p:extLst>
      <p:ext uri="{BB962C8B-B14F-4D97-AF65-F5344CB8AC3E}">
        <p14:creationId xmlns:p14="http://schemas.microsoft.com/office/powerpoint/2010/main" val="867320119"/>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6215" y="1085850"/>
            <a:ext cx="2550798" cy="1085850"/>
          </a:xfrm>
        </p:spPr>
        <p:txBody>
          <a:bodyPr anchor="b"/>
          <a:lstStyle>
            <a:lvl1pPr algn="l">
              <a:defRPr sz="1800" b="0"/>
            </a:lvl1pPr>
          </a:lstStyle>
          <a:p>
            <a:r>
              <a:rPr lang="en-US"/>
              <a:t>Click to edit Master title style</a:t>
            </a:r>
            <a:endParaRPr lang="en-US" dirty="0"/>
          </a:p>
        </p:txBody>
      </p:sp>
      <p:sp>
        <p:nvSpPr>
          <p:cNvPr id="3" name="Content Placeholder 2"/>
          <p:cNvSpPr>
            <a:spLocks noGrp="1"/>
          </p:cNvSpPr>
          <p:nvPr>
            <p:ph idx="1"/>
          </p:nvPr>
        </p:nvSpPr>
        <p:spPr>
          <a:xfrm>
            <a:off x="3588462" y="1085850"/>
            <a:ext cx="3896998" cy="3429000"/>
          </a:xfrm>
        </p:spPr>
        <p:txBody>
          <a:bodyPr anchor="ctr">
            <a:normAutofit/>
          </a:bodyPr>
          <a:lstStyle>
            <a:lvl1pPr>
              <a:defRPr sz="1500"/>
            </a:lvl1pPr>
            <a:lvl2pPr>
              <a:defRPr sz="1350"/>
            </a:lvl2pPr>
            <a:lvl3pPr>
              <a:defRPr sz="1200"/>
            </a:lvl3pPr>
            <a:lvl4pPr>
              <a:defRPr sz="1050"/>
            </a:lvl4pPr>
            <a:lvl5pPr>
              <a:defRPr sz="1050"/>
            </a:lvl5pPr>
            <a:lvl6pPr>
              <a:defRPr sz="1050"/>
            </a:lvl6pPr>
            <a:lvl7pPr>
              <a:defRPr sz="1050"/>
            </a:lvl7pPr>
            <a:lvl8pPr>
              <a:defRPr sz="1050"/>
            </a:lvl8pPr>
            <a:lvl9pPr>
              <a:defRPr sz="10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66215" y="2346961"/>
            <a:ext cx="2550797" cy="2171699"/>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7" name="Date Placeholder 4"/>
          <p:cNvSpPr>
            <a:spLocks noGrp="1"/>
          </p:cNvSpPr>
          <p:nvPr>
            <p:ph type="dt" sz="half" idx="10"/>
          </p:nvPr>
        </p:nvSpPr>
        <p:spPr/>
        <p:txBody>
          <a:bodyPr/>
          <a:lstStyle/>
          <a:p>
            <a:fld id="{FD996AD6-6F66-4B87-8509-5565370DA783}" type="datetimeFigureOut">
              <a:rPr lang="en-IN" smtClean="0"/>
              <a:t>24-08-2026</a:t>
            </a:fld>
            <a:endParaRPr lang="en-IN"/>
          </a:p>
        </p:txBody>
      </p:sp>
      <p:sp>
        <p:nvSpPr>
          <p:cNvPr id="5" name="Footer Placeholder 5"/>
          <p:cNvSpPr>
            <a:spLocks noGrp="1"/>
          </p:cNvSpPr>
          <p:nvPr>
            <p:ph type="ftr" sz="quarter" idx="11"/>
          </p:nvPr>
        </p:nvSpPr>
        <p:spPr/>
        <p:txBody>
          <a:bodyPr/>
          <a:lstStyle/>
          <a:p>
            <a:endParaRPr lang="en-IN"/>
          </a:p>
        </p:txBody>
      </p:sp>
      <p:sp>
        <p:nvSpPr>
          <p:cNvPr id="6" name="Slide Number Placeholder 6"/>
          <p:cNvSpPr>
            <a:spLocks noGrp="1"/>
          </p:cNvSpPr>
          <p:nvPr>
            <p:ph type="sldNum" sz="quarter" idx="12"/>
          </p:nvPr>
        </p:nvSpPr>
        <p:spPr/>
        <p:txBody>
          <a:bodyPr/>
          <a:lstStyle/>
          <a:p>
            <a:fld id="{02C1A94C-307B-4708-A2BD-A93DD5CA848D}" type="slidenum">
              <a:rPr lang="en-IN" smtClean="0"/>
              <a:t>‹#›</a:t>
            </a:fld>
            <a:endParaRPr lang="en-IN"/>
          </a:p>
        </p:txBody>
      </p:sp>
    </p:spTree>
    <p:extLst>
      <p:ext uri="{BB962C8B-B14F-4D97-AF65-F5344CB8AC3E}">
        <p14:creationId xmlns:p14="http://schemas.microsoft.com/office/powerpoint/2010/main" val="1088344029"/>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5430" y="1390644"/>
            <a:ext cx="3819680" cy="1181106"/>
          </a:xfrm>
        </p:spPr>
        <p:txBody>
          <a:bodyPr anchor="b">
            <a:normAutofit/>
          </a:bodyPr>
          <a:lstStyle>
            <a:lvl1pPr algn="l">
              <a:defRPr sz="27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5212160" y="857250"/>
            <a:ext cx="2400300"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endParaRPr lang="en-US" dirty="0"/>
          </a:p>
        </p:txBody>
      </p:sp>
      <p:sp>
        <p:nvSpPr>
          <p:cNvPr id="4" name="Text Placeholder 3"/>
          <p:cNvSpPr>
            <a:spLocks noGrp="1"/>
          </p:cNvSpPr>
          <p:nvPr>
            <p:ph type="body" sz="half" idx="2"/>
          </p:nvPr>
        </p:nvSpPr>
        <p:spPr>
          <a:xfrm>
            <a:off x="866216" y="2743200"/>
            <a:ext cx="3813734" cy="1028700"/>
          </a:xfrm>
        </p:spPr>
        <p:txBody>
          <a:bodyPr>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FD996AD6-6F66-4B87-8509-5565370DA783}" type="datetimeFigureOut">
              <a:rPr lang="en-IN" smtClean="0"/>
              <a:t>24-08-2026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2C1A94C-307B-4708-A2BD-A93DD5CA848D}" type="slidenum">
              <a:rPr lang="en-IN" smtClean="0"/>
              <a:t>‹#›</a:t>
            </a:fld>
            <a:endParaRPr lang="en-IN"/>
          </a:p>
        </p:txBody>
      </p:sp>
    </p:spTree>
    <p:extLst>
      <p:ext uri="{BB962C8B-B14F-4D97-AF65-F5344CB8AC3E}">
        <p14:creationId xmlns:p14="http://schemas.microsoft.com/office/powerpoint/2010/main" val="1694264746"/>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6217" y="3600440"/>
            <a:ext cx="6619243" cy="425054"/>
          </a:xfrm>
        </p:spPr>
        <p:txBody>
          <a:bodyPr anchor="b">
            <a:normAutofit/>
          </a:bodyPr>
          <a:lstStyle>
            <a:lvl1pPr algn="l">
              <a:defRPr sz="18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866216" y="514350"/>
            <a:ext cx="6619244" cy="27305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endParaRPr lang="en-US" dirty="0"/>
          </a:p>
        </p:txBody>
      </p:sp>
      <p:sp>
        <p:nvSpPr>
          <p:cNvPr id="4" name="Text Placeholder 3"/>
          <p:cNvSpPr>
            <a:spLocks noGrp="1"/>
          </p:cNvSpPr>
          <p:nvPr>
            <p:ph type="body" sz="half" idx="2"/>
          </p:nvPr>
        </p:nvSpPr>
        <p:spPr>
          <a:xfrm>
            <a:off x="866217" y="4025494"/>
            <a:ext cx="6619242" cy="370284"/>
          </a:xfrm>
        </p:spPr>
        <p:txBody>
          <a:bodyPr>
            <a:normAutofit/>
          </a:bodyPr>
          <a:lstStyle>
            <a:lvl1pPr marL="0" indent="0">
              <a:buNone/>
              <a:defRPr sz="90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FD996AD6-6F66-4B87-8509-5565370DA783}" type="datetimeFigureOut">
              <a:rPr lang="en-IN" smtClean="0"/>
              <a:t>24-08-2026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2C1A94C-307B-4708-A2BD-A93DD5CA848D}" type="slidenum">
              <a:rPr lang="en-IN" smtClean="0"/>
              <a:t>‹#›</a:t>
            </a:fld>
            <a:endParaRPr lang="en-IN"/>
          </a:p>
        </p:txBody>
      </p:sp>
    </p:spTree>
    <p:extLst>
      <p:ext uri="{BB962C8B-B14F-4D97-AF65-F5344CB8AC3E}">
        <p14:creationId xmlns:p14="http://schemas.microsoft.com/office/powerpoint/2010/main" val="3593631048"/>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866216" y="1085850"/>
            <a:ext cx="6619244" cy="1485900"/>
          </a:xfrm>
        </p:spPr>
        <p:txBody>
          <a:bodyPr/>
          <a:lstStyle>
            <a:lvl1pPr>
              <a:defRPr sz="3600"/>
            </a:lvl1pPr>
          </a:lstStyle>
          <a:p>
            <a:r>
              <a:rPr lang="en-US"/>
              <a:t>Click to edit Master title style</a:t>
            </a:r>
            <a:endParaRPr lang="en-US" dirty="0"/>
          </a:p>
        </p:txBody>
      </p:sp>
      <p:sp>
        <p:nvSpPr>
          <p:cNvPr id="8" name="Text Placeholder 3"/>
          <p:cNvSpPr>
            <a:spLocks noGrp="1"/>
          </p:cNvSpPr>
          <p:nvPr>
            <p:ph type="body" sz="half" idx="2"/>
          </p:nvPr>
        </p:nvSpPr>
        <p:spPr>
          <a:xfrm>
            <a:off x="866216" y="2743200"/>
            <a:ext cx="6619244" cy="1771650"/>
          </a:xfrm>
        </p:spPr>
        <p:txBody>
          <a:bodyPr anchor="ctr">
            <a:normAutofit/>
          </a:bodyPr>
          <a:lstStyle>
            <a:lvl1pPr marL="0" indent="0">
              <a:buNone/>
              <a:defRPr sz="13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4" name="Date Placeholder 3"/>
          <p:cNvSpPr>
            <a:spLocks noGrp="1"/>
          </p:cNvSpPr>
          <p:nvPr>
            <p:ph type="dt" sz="half" idx="10"/>
          </p:nvPr>
        </p:nvSpPr>
        <p:spPr/>
        <p:txBody>
          <a:bodyPr/>
          <a:lstStyle/>
          <a:p>
            <a:fld id="{FD996AD6-6F66-4B87-8509-5565370DA783}" type="datetimeFigureOut">
              <a:rPr lang="en-IN" smtClean="0"/>
              <a:t>24-08-2026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2C1A94C-307B-4708-A2BD-A93DD5CA848D}" type="slidenum">
              <a:rPr lang="en-IN" smtClean="0"/>
              <a:t>‹#›</a:t>
            </a:fld>
            <a:endParaRPr lang="en-IN"/>
          </a:p>
        </p:txBody>
      </p:sp>
    </p:spTree>
    <p:extLst>
      <p:ext uri="{BB962C8B-B14F-4D97-AF65-F5344CB8AC3E}">
        <p14:creationId xmlns:p14="http://schemas.microsoft.com/office/powerpoint/2010/main" val="258215093"/>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81101" y="1085850"/>
            <a:ext cx="5999486" cy="1742531"/>
          </a:xfrm>
        </p:spPr>
        <p:txBody>
          <a:bodyPr/>
          <a:lstStyle>
            <a:lvl1pPr>
              <a:defRPr sz="3600"/>
            </a:lvl1pPr>
          </a:lstStyle>
          <a:p>
            <a:r>
              <a:rPr lang="en-US"/>
              <a:t>Click to edit Master title style</a:t>
            </a:r>
            <a:endParaRPr lang="en-US" dirty="0"/>
          </a:p>
        </p:txBody>
      </p:sp>
      <p:sp>
        <p:nvSpPr>
          <p:cNvPr id="11" name="Text Placeholder 3"/>
          <p:cNvSpPr>
            <a:spLocks noGrp="1"/>
          </p:cNvSpPr>
          <p:nvPr>
            <p:ph type="body" sz="half" idx="14"/>
          </p:nvPr>
        </p:nvSpPr>
        <p:spPr>
          <a:xfrm>
            <a:off x="1447800" y="2828380"/>
            <a:ext cx="5459737" cy="256631"/>
          </a:xfrm>
        </p:spPr>
        <p:txBody>
          <a:bodyPr vert="horz" lIns="91440" tIns="45720" rIns="91440" bIns="45720" rtlCol="0" anchor="t">
            <a:normAutofit/>
          </a:bodyPr>
          <a:lstStyle>
            <a:lvl1pPr marL="0" indent="0">
              <a:buNone/>
              <a:defRPr lang="en-US" sz="1050" b="0" i="0" kern="1200" cap="small" dirty="0">
                <a:solidFill>
                  <a:schemeClr val="bg2">
                    <a:lumMod val="40000"/>
                    <a:lumOff val="60000"/>
                  </a:schemeClr>
                </a:solidFill>
                <a:latin typeface="+mj-lt"/>
                <a:ea typeface="+mj-ea"/>
                <a:cs typeface="+mj-cs"/>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marL="0" lvl="0" indent="0">
              <a:buNone/>
            </a:pPr>
            <a:r>
              <a:rPr lang="en-US"/>
              <a:t>Click to edit Master text styles</a:t>
            </a:r>
          </a:p>
        </p:txBody>
      </p:sp>
      <p:sp>
        <p:nvSpPr>
          <p:cNvPr id="10" name="Text Placeholder 3"/>
          <p:cNvSpPr>
            <a:spLocks noGrp="1"/>
          </p:cNvSpPr>
          <p:nvPr>
            <p:ph type="body" sz="half" idx="2"/>
          </p:nvPr>
        </p:nvSpPr>
        <p:spPr>
          <a:xfrm>
            <a:off x="866216" y="3262993"/>
            <a:ext cx="6619244" cy="1257300"/>
          </a:xfrm>
        </p:spPr>
        <p:txBody>
          <a:bodyPr anchor="ctr">
            <a:normAutofit/>
          </a:bodyPr>
          <a:lstStyle>
            <a:lvl1pPr marL="0" indent="0">
              <a:buNone/>
              <a:defRPr sz="13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4" name="Date Placeholder 3"/>
          <p:cNvSpPr>
            <a:spLocks noGrp="1"/>
          </p:cNvSpPr>
          <p:nvPr>
            <p:ph type="dt" sz="half" idx="10"/>
          </p:nvPr>
        </p:nvSpPr>
        <p:spPr/>
        <p:txBody>
          <a:bodyPr/>
          <a:lstStyle/>
          <a:p>
            <a:fld id="{FD996AD6-6F66-4B87-8509-5565370DA783}" type="datetimeFigureOut">
              <a:rPr lang="en-IN" smtClean="0"/>
              <a:t>24-08-2026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2C1A94C-307B-4708-A2BD-A93DD5CA848D}" type="slidenum">
              <a:rPr lang="en-IN" smtClean="0"/>
              <a:t>‹#›</a:t>
            </a:fld>
            <a:endParaRPr lang="en-IN"/>
          </a:p>
        </p:txBody>
      </p:sp>
      <p:sp>
        <p:nvSpPr>
          <p:cNvPr id="12" name="TextBox 11"/>
          <p:cNvSpPr txBox="1"/>
          <p:nvPr/>
        </p:nvSpPr>
        <p:spPr>
          <a:xfrm>
            <a:off x="673721" y="728440"/>
            <a:ext cx="601434" cy="1500411"/>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sz="9150" dirty="0"/>
              <a:t>“</a:t>
            </a:r>
          </a:p>
        </p:txBody>
      </p:sp>
      <p:sp>
        <p:nvSpPr>
          <p:cNvPr id="15" name="TextBox 14"/>
          <p:cNvSpPr txBox="1"/>
          <p:nvPr/>
        </p:nvSpPr>
        <p:spPr>
          <a:xfrm>
            <a:off x="6997868" y="1960341"/>
            <a:ext cx="601434" cy="1500411"/>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sz="9150" dirty="0"/>
              <a:t>”</a:t>
            </a:r>
          </a:p>
        </p:txBody>
      </p:sp>
    </p:spTree>
    <p:extLst>
      <p:ext uri="{BB962C8B-B14F-4D97-AF65-F5344CB8AC3E}">
        <p14:creationId xmlns:p14="http://schemas.microsoft.com/office/powerpoint/2010/main" val="3514374823"/>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866216" y="2343151"/>
            <a:ext cx="6619245" cy="1239885"/>
          </a:xfrm>
        </p:spPr>
        <p:txBody>
          <a:bodyPr anchor="b"/>
          <a:lstStyle>
            <a:lvl1pPr algn="l">
              <a:defRPr sz="3000" b="0" cap="none"/>
            </a:lvl1pPr>
          </a:lstStyle>
          <a:p>
            <a:r>
              <a:rPr lang="en-US"/>
              <a:t>Click to edit Master title style</a:t>
            </a:r>
            <a:endParaRPr lang="en-US" dirty="0"/>
          </a:p>
        </p:txBody>
      </p:sp>
      <p:sp>
        <p:nvSpPr>
          <p:cNvPr id="3" name="Text Placeholder 2"/>
          <p:cNvSpPr>
            <a:spLocks noGrp="1"/>
          </p:cNvSpPr>
          <p:nvPr>
            <p:ph type="body" idx="1"/>
          </p:nvPr>
        </p:nvSpPr>
        <p:spPr>
          <a:xfrm>
            <a:off x="866216" y="3583036"/>
            <a:ext cx="6619244" cy="645300"/>
          </a:xfrm>
        </p:spPr>
        <p:txBody>
          <a:bodyPr anchor="t"/>
          <a:lstStyle>
            <a:lvl1pPr marL="0" indent="0" algn="l">
              <a:buNone/>
              <a:defRPr sz="1500" cap="none">
                <a:solidFill>
                  <a:schemeClr val="bg2">
                    <a:lumMod val="40000"/>
                    <a:lumOff val="60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D996AD6-6F66-4B87-8509-5565370DA783}" type="datetimeFigureOut">
              <a:rPr lang="en-IN" smtClean="0"/>
              <a:t>24-08-2026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2C1A94C-307B-4708-A2BD-A93DD5CA848D}" type="slidenum">
              <a:rPr lang="en-IN" smtClean="0"/>
              <a:t>‹#›</a:t>
            </a:fld>
            <a:endParaRPr lang="en-IN"/>
          </a:p>
        </p:txBody>
      </p:sp>
    </p:spTree>
    <p:extLst>
      <p:ext uri="{BB962C8B-B14F-4D97-AF65-F5344CB8AC3E}">
        <p14:creationId xmlns:p14="http://schemas.microsoft.com/office/powerpoint/2010/main" val="3986923330"/>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150"/>
            </a:lvl1pPr>
          </a:lstStyle>
          <a:p>
            <a:r>
              <a:rPr lang="en-US"/>
              <a:t>Click to edit Master title style</a:t>
            </a:r>
            <a:endParaRPr lang="en-US" dirty="0"/>
          </a:p>
        </p:txBody>
      </p:sp>
      <p:sp>
        <p:nvSpPr>
          <p:cNvPr id="3" name="Text Placeholder 2"/>
          <p:cNvSpPr>
            <a:spLocks noGrp="1"/>
          </p:cNvSpPr>
          <p:nvPr>
            <p:ph type="body" idx="1"/>
          </p:nvPr>
        </p:nvSpPr>
        <p:spPr>
          <a:xfrm>
            <a:off x="474710" y="1485900"/>
            <a:ext cx="2210150" cy="432197"/>
          </a:xfrm>
        </p:spPr>
        <p:txBody>
          <a:bodyPr anchor="b">
            <a:noAutofit/>
          </a:bodyPr>
          <a:lstStyle>
            <a:lvl1pPr marL="0" indent="0">
              <a:buNone/>
              <a:defRPr sz="1800" b="0">
                <a:solidFill>
                  <a:schemeClr val="bg2">
                    <a:lumMod val="40000"/>
                    <a:lumOff val="6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16" name="Text Placeholder 3"/>
          <p:cNvSpPr>
            <a:spLocks noGrp="1"/>
          </p:cNvSpPr>
          <p:nvPr>
            <p:ph type="body" sz="half" idx="15"/>
          </p:nvPr>
        </p:nvSpPr>
        <p:spPr>
          <a:xfrm>
            <a:off x="489347" y="2000250"/>
            <a:ext cx="2195513" cy="2692004"/>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Text Placeholder 4"/>
          <p:cNvSpPr>
            <a:spLocks noGrp="1"/>
          </p:cNvSpPr>
          <p:nvPr>
            <p:ph type="body" sz="quarter" idx="3"/>
          </p:nvPr>
        </p:nvSpPr>
        <p:spPr>
          <a:xfrm>
            <a:off x="2912745" y="1485900"/>
            <a:ext cx="2202181" cy="432197"/>
          </a:xfrm>
        </p:spPr>
        <p:txBody>
          <a:bodyPr anchor="b">
            <a:noAutofit/>
          </a:bodyPr>
          <a:lstStyle>
            <a:lvl1pPr marL="0" indent="0">
              <a:buNone/>
              <a:defRPr sz="1800" b="0">
                <a:solidFill>
                  <a:schemeClr val="bg2">
                    <a:lumMod val="40000"/>
                    <a:lumOff val="6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19" name="Text Placeholder 3"/>
          <p:cNvSpPr>
            <a:spLocks noGrp="1"/>
          </p:cNvSpPr>
          <p:nvPr>
            <p:ph type="body" sz="half" idx="16"/>
          </p:nvPr>
        </p:nvSpPr>
        <p:spPr>
          <a:xfrm>
            <a:off x="2904829" y="2000250"/>
            <a:ext cx="2210096" cy="2692004"/>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14" name="Text Placeholder 4"/>
          <p:cNvSpPr>
            <a:spLocks noGrp="1"/>
          </p:cNvSpPr>
          <p:nvPr>
            <p:ph type="body" sz="quarter" idx="13"/>
          </p:nvPr>
        </p:nvSpPr>
        <p:spPr>
          <a:xfrm>
            <a:off x="5343525" y="1485900"/>
            <a:ext cx="2199085" cy="432197"/>
          </a:xfrm>
        </p:spPr>
        <p:txBody>
          <a:bodyPr anchor="b">
            <a:noAutofit/>
          </a:bodyPr>
          <a:lstStyle>
            <a:lvl1pPr marL="0" indent="0">
              <a:buNone/>
              <a:defRPr sz="1800" b="0">
                <a:solidFill>
                  <a:schemeClr val="bg2">
                    <a:lumMod val="40000"/>
                    <a:lumOff val="6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20" name="Text Placeholder 3"/>
          <p:cNvSpPr>
            <a:spLocks noGrp="1"/>
          </p:cNvSpPr>
          <p:nvPr>
            <p:ph type="body" sz="half" idx="17"/>
          </p:nvPr>
        </p:nvSpPr>
        <p:spPr>
          <a:xfrm>
            <a:off x="5343525" y="2000250"/>
            <a:ext cx="2199085" cy="2692004"/>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cxnSp>
        <p:nvCxnSpPr>
          <p:cNvPr id="17" name="Straight Connector 16"/>
          <p:cNvCxnSpPr/>
          <p:nvPr/>
        </p:nvCxnSpPr>
        <p:spPr>
          <a:xfrm>
            <a:off x="2794607" y="1600200"/>
            <a:ext cx="0" cy="29718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5221670" y="1600200"/>
            <a:ext cx="0" cy="297516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FD996AD6-6F66-4B87-8509-5565370DA783}" type="datetimeFigureOut">
              <a:rPr lang="en-IN" smtClean="0"/>
              <a:t>24-08-2026</a:t>
            </a:fld>
            <a:endParaRPr lang="en-IN"/>
          </a:p>
        </p:txBody>
      </p:sp>
      <p:sp>
        <p:nvSpPr>
          <p:cNvPr id="4"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2C1A94C-307B-4708-A2BD-A93DD5CA848D}" type="slidenum">
              <a:rPr lang="en-IN" smtClean="0"/>
              <a:t>‹#›</a:t>
            </a:fld>
            <a:endParaRPr lang="en-IN"/>
          </a:p>
        </p:txBody>
      </p:sp>
    </p:spTree>
    <p:extLst>
      <p:ext uri="{BB962C8B-B14F-4D97-AF65-F5344CB8AC3E}">
        <p14:creationId xmlns:p14="http://schemas.microsoft.com/office/powerpoint/2010/main" val="3723087937"/>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150"/>
            </a:lvl1pPr>
          </a:lstStyle>
          <a:p>
            <a:r>
              <a:rPr lang="en-US"/>
              <a:t>Click to edit Master title style</a:t>
            </a:r>
            <a:endParaRPr lang="en-US" dirty="0"/>
          </a:p>
        </p:txBody>
      </p:sp>
      <p:sp>
        <p:nvSpPr>
          <p:cNvPr id="3" name="Text Placeholder 2"/>
          <p:cNvSpPr>
            <a:spLocks noGrp="1"/>
          </p:cNvSpPr>
          <p:nvPr>
            <p:ph type="body" idx="1"/>
          </p:nvPr>
        </p:nvSpPr>
        <p:spPr>
          <a:xfrm>
            <a:off x="489347" y="3188212"/>
            <a:ext cx="2205038" cy="432197"/>
          </a:xfrm>
        </p:spPr>
        <p:txBody>
          <a:bodyPr anchor="b">
            <a:noAutofit/>
          </a:bodyPr>
          <a:lstStyle>
            <a:lvl1pPr marL="0" indent="0">
              <a:buNone/>
              <a:defRPr sz="1800" b="0">
                <a:solidFill>
                  <a:schemeClr val="bg2">
                    <a:lumMod val="40000"/>
                    <a:lumOff val="6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29" name="Picture Placeholder 2"/>
          <p:cNvSpPr>
            <a:spLocks noGrp="1" noChangeAspect="1"/>
          </p:cNvSpPr>
          <p:nvPr>
            <p:ph type="pic" idx="15"/>
          </p:nvPr>
        </p:nvSpPr>
        <p:spPr>
          <a:xfrm>
            <a:off x="489347" y="1657350"/>
            <a:ext cx="2205038" cy="1143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endParaRPr lang="en-US" dirty="0"/>
          </a:p>
        </p:txBody>
      </p:sp>
      <p:sp>
        <p:nvSpPr>
          <p:cNvPr id="22" name="Text Placeholder 3"/>
          <p:cNvSpPr>
            <a:spLocks noGrp="1"/>
          </p:cNvSpPr>
          <p:nvPr>
            <p:ph type="body" sz="half" idx="18"/>
          </p:nvPr>
        </p:nvSpPr>
        <p:spPr>
          <a:xfrm>
            <a:off x="489347" y="3620409"/>
            <a:ext cx="2205038" cy="494392"/>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Text Placeholder 4"/>
          <p:cNvSpPr>
            <a:spLocks noGrp="1"/>
          </p:cNvSpPr>
          <p:nvPr>
            <p:ph type="body" sz="quarter" idx="3"/>
          </p:nvPr>
        </p:nvSpPr>
        <p:spPr>
          <a:xfrm>
            <a:off x="2917032" y="3188212"/>
            <a:ext cx="2197894" cy="432197"/>
          </a:xfrm>
        </p:spPr>
        <p:txBody>
          <a:bodyPr anchor="b">
            <a:noAutofit/>
          </a:bodyPr>
          <a:lstStyle>
            <a:lvl1pPr marL="0" indent="0">
              <a:buNone/>
              <a:defRPr sz="1800" b="0">
                <a:solidFill>
                  <a:schemeClr val="bg2">
                    <a:lumMod val="40000"/>
                    <a:lumOff val="6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30" name="Picture Placeholder 2"/>
          <p:cNvSpPr>
            <a:spLocks noGrp="1" noChangeAspect="1"/>
          </p:cNvSpPr>
          <p:nvPr>
            <p:ph type="pic" idx="21"/>
          </p:nvPr>
        </p:nvSpPr>
        <p:spPr>
          <a:xfrm>
            <a:off x="2917031" y="1657350"/>
            <a:ext cx="2197894" cy="1143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endParaRPr lang="en-US" dirty="0"/>
          </a:p>
        </p:txBody>
      </p:sp>
      <p:sp>
        <p:nvSpPr>
          <p:cNvPr id="23" name="Text Placeholder 3"/>
          <p:cNvSpPr>
            <a:spLocks noGrp="1"/>
          </p:cNvSpPr>
          <p:nvPr>
            <p:ph type="body" sz="half" idx="19"/>
          </p:nvPr>
        </p:nvSpPr>
        <p:spPr>
          <a:xfrm>
            <a:off x="2916016" y="3620408"/>
            <a:ext cx="2200805" cy="494392"/>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14" name="Text Placeholder 4"/>
          <p:cNvSpPr>
            <a:spLocks noGrp="1"/>
          </p:cNvSpPr>
          <p:nvPr>
            <p:ph type="body" sz="quarter" idx="13"/>
          </p:nvPr>
        </p:nvSpPr>
        <p:spPr>
          <a:xfrm>
            <a:off x="5343525" y="3188212"/>
            <a:ext cx="2199085" cy="432197"/>
          </a:xfrm>
        </p:spPr>
        <p:txBody>
          <a:bodyPr anchor="b">
            <a:noAutofit/>
          </a:bodyPr>
          <a:lstStyle>
            <a:lvl1pPr marL="0" indent="0">
              <a:buNone/>
              <a:defRPr sz="1800" b="0">
                <a:solidFill>
                  <a:schemeClr val="bg2">
                    <a:lumMod val="40000"/>
                    <a:lumOff val="6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31" name="Picture Placeholder 2"/>
          <p:cNvSpPr>
            <a:spLocks noGrp="1" noChangeAspect="1"/>
          </p:cNvSpPr>
          <p:nvPr>
            <p:ph type="pic" idx="22"/>
          </p:nvPr>
        </p:nvSpPr>
        <p:spPr>
          <a:xfrm>
            <a:off x="5343525" y="1657350"/>
            <a:ext cx="2199085" cy="1143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endParaRPr lang="en-US" dirty="0"/>
          </a:p>
        </p:txBody>
      </p:sp>
      <p:sp>
        <p:nvSpPr>
          <p:cNvPr id="24" name="Text Placeholder 3"/>
          <p:cNvSpPr>
            <a:spLocks noGrp="1"/>
          </p:cNvSpPr>
          <p:nvPr>
            <p:ph type="body" sz="half" idx="20"/>
          </p:nvPr>
        </p:nvSpPr>
        <p:spPr>
          <a:xfrm>
            <a:off x="5343432" y="3620406"/>
            <a:ext cx="2201998" cy="494392"/>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cxnSp>
        <p:nvCxnSpPr>
          <p:cNvPr id="19" name="Straight Connector 18"/>
          <p:cNvCxnSpPr/>
          <p:nvPr/>
        </p:nvCxnSpPr>
        <p:spPr>
          <a:xfrm>
            <a:off x="2794607" y="1600200"/>
            <a:ext cx="0" cy="29718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5221670" y="1600200"/>
            <a:ext cx="0" cy="297516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FD996AD6-6F66-4B87-8509-5565370DA783}" type="datetimeFigureOut">
              <a:rPr lang="en-IN" smtClean="0"/>
              <a:t>24-08-2026</a:t>
            </a:fld>
            <a:endParaRPr lang="en-IN"/>
          </a:p>
        </p:txBody>
      </p:sp>
      <p:sp>
        <p:nvSpPr>
          <p:cNvPr id="4"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2C1A94C-307B-4708-A2BD-A93DD5CA848D}" type="slidenum">
              <a:rPr lang="en-IN" smtClean="0"/>
              <a:t>‹#›</a:t>
            </a:fld>
            <a:endParaRPr lang="en-IN"/>
          </a:p>
        </p:txBody>
      </p:sp>
    </p:spTree>
    <p:extLst>
      <p:ext uri="{BB962C8B-B14F-4D97-AF65-F5344CB8AC3E}">
        <p14:creationId xmlns:p14="http://schemas.microsoft.com/office/powerpoint/2010/main" val="1279103075"/>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D996AD6-6F66-4B87-8509-5565370DA783}" type="datetimeFigureOut">
              <a:rPr lang="en-IN" smtClean="0"/>
              <a:t>24-08-2026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2C1A94C-307B-4708-A2BD-A93DD5CA848D}" type="slidenum">
              <a:rPr lang="en-IN" smtClean="0"/>
              <a:t>‹#›</a:t>
            </a:fld>
            <a:endParaRPr lang="en-IN"/>
          </a:p>
        </p:txBody>
      </p:sp>
    </p:spTree>
    <p:extLst>
      <p:ext uri="{BB962C8B-B14F-4D97-AF65-F5344CB8AC3E}">
        <p14:creationId xmlns:p14="http://schemas.microsoft.com/office/powerpoint/2010/main" val="2195288289"/>
      </p:ext>
    </p:extLst>
  </p:cSld>
  <p:clrMapOvr>
    <a:masterClrMapping/>
  </p:clrMapOvr>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28159" y="322660"/>
            <a:ext cx="1314451" cy="4369594"/>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489348" y="665561"/>
            <a:ext cx="5567362" cy="402669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D996AD6-6F66-4B87-8509-5565370DA783}" type="datetimeFigureOut">
              <a:rPr lang="en-IN" smtClean="0"/>
              <a:t>24-08-2026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2C1A94C-307B-4708-A2BD-A93DD5CA848D}" type="slidenum">
              <a:rPr lang="en-IN" smtClean="0"/>
              <a:t>‹#›</a:t>
            </a:fld>
            <a:endParaRPr lang="en-IN"/>
          </a:p>
        </p:txBody>
      </p:sp>
    </p:spTree>
    <p:extLst>
      <p:ext uri="{BB962C8B-B14F-4D97-AF65-F5344CB8AC3E}">
        <p14:creationId xmlns:p14="http://schemas.microsoft.com/office/powerpoint/2010/main" val="2921110360"/>
      </p:ext>
    </p:extLst>
  </p:cSld>
  <p:clrMapOvr>
    <a:masterClrMapping/>
  </p:clrMapOvr>
  <p:hf sldNum="0"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slide 1">
  <p:cSld name="Title slide 1">
    <p:spTree>
      <p:nvGrpSpPr>
        <p:cNvPr id="1" name="Shape 50"/>
        <p:cNvGrpSpPr/>
        <p:nvPr/>
      </p:nvGrpSpPr>
      <p:grpSpPr>
        <a:xfrm>
          <a:off x="0" y="0"/>
          <a:ext cx="0" cy="0"/>
          <a:chOff x="0" y="0"/>
          <a:chExt cx="0" cy="0"/>
        </a:xfrm>
      </p:grpSpPr>
      <p:sp>
        <p:nvSpPr>
          <p:cNvPr id="75" name="Google Shape;75;p4"/>
          <p:cNvSpPr txBox="1">
            <a:spLocks noGrp="1"/>
          </p:cNvSpPr>
          <p:nvPr>
            <p:ph type="title"/>
          </p:nvPr>
        </p:nvSpPr>
        <p:spPr>
          <a:xfrm>
            <a:off x="259050" y="3670842"/>
            <a:ext cx="5760900" cy="587700"/>
          </a:xfrm>
          <a:prstGeom prst="rect">
            <a:avLst/>
          </a:prstGeom>
        </p:spPr>
        <p:txBody>
          <a:bodyPr spcFirstLastPara="1" wrap="square" lIns="0" tIns="91425" rIns="91425" bIns="0" anchor="b" anchorCtr="0">
            <a:noAutofit/>
          </a:bodyPr>
          <a:lstStyle>
            <a:lvl1pPr lvl="0">
              <a:spcBef>
                <a:spcPts val="0"/>
              </a:spcBef>
              <a:spcAft>
                <a:spcPts val="0"/>
              </a:spcAft>
              <a:buNone/>
              <a:defRPr sz="5600">
                <a:solidFill>
                  <a:schemeClr val="lt1"/>
                </a:solidFill>
              </a:defRPr>
            </a:lvl1pPr>
            <a:lvl2pPr lvl="1">
              <a:lnSpc>
                <a:spcPct val="115000"/>
              </a:lnSpc>
              <a:spcBef>
                <a:spcPts val="0"/>
              </a:spcBef>
              <a:spcAft>
                <a:spcPts val="0"/>
              </a:spcAft>
              <a:buNone/>
              <a:defRPr>
                <a:solidFill>
                  <a:schemeClr val="lt1"/>
                </a:solidFill>
              </a:defRPr>
            </a:lvl2pPr>
            <a:lvl3pPr lvl="2">
              <a:lnSpc>
                <a:spcPct val="115000"/>
              </a:lnSpc>
              <a:spcBef>
                <a:spcPts val="0"/>
              </a:spcBef>
              <a:spcAft>
                <a:spcPts val="0"/>
              </a:spcAft>
              <a:buNone/>
              <a:defRPr>
                <a:solidFill>
                  <a:schemeClr val="lt1"/>
                </a:solidFill>
              </a:defRPr>
            </a:lvl3pPr>
            <a:lvl4pPr lvl="3">
              <a:lnSpc>
                <a:spcPct val="115000"/>
              </a:lnSpc>
              <a:spcBef>
                <a:spcPts val="0"/>
              </a:spcBef>
              <a:spcAft>
                <a:spcPts val="0"/>
              </a:spcAft>
              <a:buNone/>
              <a:defRPr>
                <a:solidFill>
                  <a:schemeClr val="lt1"/>
                </a:solidFill>
              </a:defRPr>
            </a:lvl4pPr>
            <a:lvl5pPr lvl="4">
              <a:lnSpc>
                <a:spcPct val="115000"/>
              </a:lnSpc>
              <a:spcBef>
                <a:spcPts val="0"/>
              </a:spcBef>
              <a:spcAft>
                <a:spcPts val="0"/>
              </a:spcAft>
              <a:buNone/>
              <a:defRPr>
                <a:solidFill>
                  <a:schemeClr val="lt1"/>
                </a:solidFill>
              </a:defRPr>
            </a:lvl5pPr>
            <a:lvl6pPr lvl="5">
              <a:lnSpc>
                <a:spcPct val="115000"/>
              </a:lnSpc>
              <a:spcBef>
                <a:spcPts val="0"/>
              </a:spcBef>
              <a:spcAft>
                <a:spcPts val="0"/>
              </a:spcAft>
              <a:buNone/>
              <a:defRPr>
                <a:solidFill>
                  <a:schemeClr val="lt1"/>
                </a:solidFill>
              </a:defRPr>
            </a:lvl6pPr>
            <a:lvl7pPr lvl="6">
              <a:lnSpc>
                <a:spcPct val="115000"/>
              </a:lnSpc>
              <a:spcBef>
                <a:spcPts val="0"/>
              </a:spcBef>
              <a:spcAft>
                <a:spcPts val="0"/>
              </a:spcAft>
              <a:buNone/>
              <a:defRPr>
                <a:solidFill>
                  <a:schemeClr val="lt1"/>
                </a:solidFill>
              </a:defRPr>
            </a:lvl7pPr>
            <a:lvl8pPr lvl="7">
              <a:lnSpc>
                <a:spcPct val="115000"/>
              </a:lnSpc>
              <a:spcBef>
                <a:spcPts val="0"/>
              </a:spcBef>
              <a:spcAft>
                <a:spcPts val="0"/>
              </a:spcAft>
              <a:buNone/>
              <a:defRPr>
                <a:solidFill>
                  <a:schemeClr val="lt1"/>
                </a:solidFill>
              </a:defRPr>
            </a:lvl8pPr>
            <a:lvl9pPr lvl="8">
              <a:lnSpc>
                <a:spcPct val="115000"/>
              </a:lnSpc>
              <a:spcBef>
                <a:spcPts val="0"/>
              </a:spcBef>
              <a:spcAft>
                <a:spcPts val="0"/>
              </a:spcAft>
              <a:buNone/>
              <a:defRPr>
                <a:solidFill>
                  <a:schemeClr val="lt1"/>
                </a:solidFill>
              </a:defRPr>
            </a:lvl9pPr>
          </a:lstStyle>
          <a:p>
            <a:endParaRPr/>
          </a:p>
        </p:txBody>
      </p:sp>
    </p:spTree>
    <p:extLst>
      <p:ext uri="{BB962C8B-B14F-4D97-AF65-F5344CB8AC3E}">
        <p14:creationId xmlns:p14="http://schemas.microsoft.com/office/powerpoint/2010/main" val="21146294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Agenda">
  <p:cSld name="Agenda">
    <p:spTree>
      <p:nvGrpSpPr>
        <p:cNvPr id="1" name="Shape 435"/>
        <p:cNvGrpSpPr/>
        <p:nvPr/>
      </p:nvGrpSpPr>
      <p:grpSpPr>
        <a:xfrm>
          <a:off x="0" y="0"/>
          <a:ext cx="0" cy="0"/>
          <a:chOff x="0" y="0"/>
          <a:chExt cx="0" cy="0"/>
        </a:xfrm>
      </p:grpSpPr>
      <p:sp>
        <p:nvSpPr>
          <p:cNvPr id="436" name="Google Shape;436;p23"/>
          <p:cNvSpPr txBox="1">
            <a:spLocks noGrp="1"/>
          </p:cNvSpPr>
          <p:nvPr>
            <p:ph type="subTitle" idx="1"/>
          </p:nvPr>
        </p:nvSpPr>
        <p:spPr>
          <a:xfrm>
            <a:off x="5711285" y="1731500"/>
            <a:ext cx="2846700" cy="301500"/>
          </a:xfrm>
          <a:prstGeom prst="rect">
            <a:avLst/>
          </a:prstGeom>
        </p:spPr>
        <p:txBody>
          <a:bodyPr spcFirstLastPara="1" wrap="square" lIns="0" tIns="91425" rIns="91425" bIns="91425" anchor="b" anchorCtr="0">
            <a:noAutofit/>
          </a:bodyPr>
          <a:lstStyle>
            <a:lvl1pPr lvl="0">
              <a:spcBef>
                <a:spcPts val="0"/>
              </a:spcBef>
              <a:spcAft>
                <a:spcPts val="0"/>
              </a:spcAft>
              <a:buClr>
                <a:schemeClr val="lt1"/>
              </a:buClr>
              <a:buSzPts val="1400"/>
              <a:buFont typeface="Red Hat Display"/>
              <a:buNone/>
              <a:defRPr/>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a:endParaRPr/>
          </a:p>
        </p:txBody>
      </p:sp>
      <p:sp>
        <p:nvSpPr>
          <p:cNvPr id="437" name="Google Shape;437;p23"/>
          <p:cNvSpPr txBox="1">
            <a:spLocks noGrp="1"/>
          </p:cNvSpPr>
          <p:nvPr>
            <p:ph type="title"/>
          </p:nvPr>
        </p:nvSpPr>
        <p:spPr>
          <a:xfrm>
            <a:off x="1392601" y="836575"/>
            <a:ext cx="3205200" cy="587700"/>
          </a:xfrm>
          <a:prstGeom prst="rect">
            <a:avLst/>
          </a:prstGeom>
        </p:spPr>
        <p:txBody>
          <a:bodyPr spcFirstLastPara="1" wrap="square" lIns="0" tIns="91425" rIns="91425" bIns="91425" anchor="t" anchorCtr="0">
            <a:spAutoFit/>
          </a:bodyPr>
          <a:lstStyle>
            <a:lvl1pPr lvl="0">
              <a:lnSpc>
                <a:spcPct val="90000"/>
              </a:lnSpc>
              <a:spcBef>
                <a:spcPts val="0"/>
              </a:spcBef>
              <a:spcAft>
                <a:spcPts val="0"/>
              </a:spcAft>
              <a:buNone/>
              <a:defRPr sz="4000">
                <a:solidFill>
                  <a:schemeClr val="lt1"/>
                </a:solidFill>
              </a:defRPr>
            </a:lvl1pPr>
            <a:lvl2pPr lvl="1">
              <a:lnSpc>
                <a:spcPct val="115000"/>
              </a:lnSpc>
              <a:spcBef>
                <a:spcPts val="0"/>
              </a:spcBef>
              <a:spcAft>
                <a:spcPts val="0"/>
              </a:spcAft>
              <a:buNone/>
              <a:defRPr sz="4000">
                <a:solidFill>
                  <a:schemeClr val="lt1"/>
                </a:solidFill>
              </a:defRPr>
            </a:lvl2pPr>
            <a:lvl3pPr lvl="2">
              <a:lnSpc>
                <a:spcPct val="115000"/>
              </a:lnSpc>
              <a:spcBef>
                <a:spcPts val="0"/>
              </a:spcBef>
              <a:spcAft>
                <a:spcPts val="0"/>
              </a:spcAft>
              <a:buNone/>
              <a:defRPr sz="4000">
                <a:solidFill>
                  <a:schemeClr val="lt1"/>
                </a:solidFill>
              </a:defRPr>
            </a:lvl3pPr>
            <a:lvl4pPr lvl="3">
              <a:lnSpc>
                <a:spcPct val="115000"/>
              </a:lnSpc>
              <a:spcBef>
                <a:spcPts val="0"/>
              </a:spcBef>
              <a:spcAft>
                <a:spcPts val="0"/>
              </a:spcAft>
              <a:buNone/>
              <a:defRPr sz="4000">
                <a:solidFill>
                  <a:schemeClr val="lt1"/>
                </a:solidFill>
              </a:defRPr>
            </a:lvl4pPr>
            <a:lvl5pPr lvl="4">
              <a:lnSpc>
                <a:spcPct val="115000"/>
              </a:lnSpc>
              <a:spcBef>
                <a:spcPts val="0"/>
              </a:spcBef>
              <a:spcAft>
                <a:spcPts val="0"/>
              </a:spcAft>
              <a:buNone/>
              <a:defRPr sz="4000">
                <a:solidFill>
                  <a:schemeClr val="lt1"/>
                </a:solidFill>
              </a:defRPr>
            </a:lvl5pPr>
            <a:lvl6pPr lvl="5">
              <a:lnSpc>
                <a:spcPct val="115000"/>
              </a:lnSpc>
              <a:spcBef>
                <a:spcPts val="0"/>
              </a:spcBef>
              <a:spcAft>
                <a:spcPts val="0"/>
              </a:spcAft>
              <a:buNone/>
              <a:defRPr sz="4000">
                <a:solidFill>
                  <a:schemeClr val="lt1"/>
                </a:solidFill>
              </a:defRPr>
            </a:lvl6pPr>
            <a:lvl7pPr lvl="6">
              <a:lnSpc>
                <a:spcPct val="115000"/>
              </a:lnSpc>
              <a:spcBef>
                <a:spcPts val="0"/>
              </a:spcBef>
              <a:spcAft>
                <a:spcPts val="0"/>
              </a:spcAft>
              <a:buNone/>
              <a:defRPr sz="4000">
                <a:solidFill>
                  <a:schemeClr val="lt1"/>
                </a:solidFill>
              </a:defRPr>
            </a:lvl7pPr>
            <a:lvl8pPr lvl="7">
              <a:lnSpc>
                <a:spcPct val="115000"/>
              </a:lnSpc>
              <a:spcBef>
                <a:spcPts val="0"/>
              </a:spcBef>
              <a:spcAft>
                <a:spcPts val="0"/>
              </a:spcAft>
              <a:buNone/>
              <a:defRPr sz="4000">
                <a:solidFill>
                  <a:schemeClr val="lt1"/>
                </a:solidFill>
              </a:defRPr>
            </a:lvl8pPr>
            <a:lvl9pPr lvl="8">
              <a:lnSpc>
                <a:spcPct val="115000"/>
              </a:lnSpc>
              <a:spcBef>
                <a:spcPts val="0"/>
              </a:spcBef>
              <a:spcAft>
                <a:spcPts val="0"/>
              </a:spcAft>
              <a:buNone/>
              <a:defRPr sz="4000">
                <a:solidFill>
                  <a:schemeClr val="lt1"/>
                </a:solidFill>
              </a:defRPr>
            </a:lvl9pPr>
          </a:lstStyle>
          <a:p>
            <a:endParaRPr/>
          </a:p>
        </p:txBody>
      </p:sp>
      <p:sp>
        <p:nvSpPr>
          <p:cNvPr id="442" name="Google Shape;442;p23"/>
          <p:cNvSpPr txBox="1">
            <a:spLocks noGrp="1"/>
          </p:cNvSpPr>
          <p:nvPr>
            <p:ph type="subTitle" idx="2"/>
          </p:nvPr>
        </p:nvSpPr>
        <p:spPr>
          <a:xfrm>
            <a:off x="5711285" y="2250475"/>
            <a:ext cx="2846700" cy="301500"/>
          </a:xfrm>
          <a:prstGeom prst="rect">
            <a:avLst/>
          </a:prstGeom>
        </p:spPr>
        <p:txBody>
          <a:bodyPr spcFirstLastPara="1" wrap="square" lIns="0" tIns="91425" rIns="91425" bIns="91425" anchor="b" anchorCtr="0">
            <a:noAutofit/>
          </a:bodyPr>
          <a:lstStyle>
            <a:lvl1pPr lvl="0">
              <a:spcBef>
                <a:spcPts val="0"/>
              </a:spcBef>
              <a:spcAft>
                <a:spcPts val="0"/>
              </a:spcAft>
              <a:buClr>
                <a:schemeClr val="lt1"/>
              </a:buClr>
              <a:buSzPts val="1400"/>
              <a:buFont typeface="Red Hat Display"/>
              <a:buNone/>
              <a:defRPr/>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a:endParaRPr/>
          </a:p>
        </p:txBody>
      </p:sp>
      <p:sp>
        <p:nvSpPr>
          <p:cNvPr id="443" name="Google Shape;443;p23"/>
          <p:cNvSpPr txBox="1">
            <a:spLocks noGrp="1"/>
          </p:cNvSpPr>
          <p:nvPr>
            <p:ph type="subTitle" idx="3"/>
          </p:nvPr>
        </p:nvSpPr>
        <p:spPr>
          <a:xfrm>
            <a:off x="5711285" y="2769450"/>
            <a:ext cx="2846700" cy="301500"/>
          </a:xfrm>
          <a:prstGeom prst="rect">
            <a:avLst/>
          </a:prstGeom>
        </p:spPr>
        <p:txBody>
          <a:bodyPr spcFirstLastPara="1" wrap="square" lIns="91425" tIns="91425" rIns="91425" bIns="91425" anchor="b" anchorCtr="0">
            <a:noAutofit/>
          </a:bodyPr>
          <a:lstStyle>
            <a:lvl1pPr lvl="0">
              <a:spcBef>
                <a:spcPts val="0"/>
              </a:spcBef>
              <a:spcAft>
                <a:spcPts val="0"/>
              </a:spcAft>
              <a:buSzPts val="1400"/>
              <a:buFont typeface="Red Hat Display"/>
              <a:buNone/>
              <a:defRPr/>
            </a:lvl1pPr>
            <a:lvl2pPr lvl="1">
              <a:spcBef>
                <a:spcPts val="0"/>
              </a:spcBef>
              <a:spcAft>
                <a:spcPts val="0"/>
              </a:spcAft>
              <a:buSzPts val="1400"/>
              <a:buFont typeface="Red Hat Display"/>
              <a:buNone/>
              <a:defRPr/>
            </a:lvl2pPr>
            <a:lvl3pPr lvl="2">
              <a:spcBef>
                <a:spcPts val="0"/>
              </a:spcBef>
              <a:spcAft>
                <a:spcPts val="0"/>
              </a:spcAft>
              <a:buSzPts val="1400"/>
              <a:buFont typeface="Red Hat Display"/>
              <a:buNone/>
              <a:defRPr/>
            </a:lvl3pPr>
            <a:lvl4pPr lvl="3">
              <a:spcBef>
                <a:spcPts val="0"/>
              </a:spcBef>
              <a:spcAft>
                <a:spcPts val="0"/>
              </a:spcAft>
              <a:buSzPts val="1400"/>
              <a:buFont typeface="Red Hat Display"/>
              <a:buNone/>
              <a:defRPr/>
            </a:lvl4pPr>
            <a:lvl5pPr lvl="4">
              <a:spcBef>
                <a:spcPts val="0"/>
              </a:spcBef>
              <a:spcAft>
                <a:spcPts val="0"/>
              </a:spcAft>
              <a:buSzPts val="1400"/>
              <a:buFont typeface="Red Hat Display"/>
              <a:buNone/>
              <a:defRPr/>
            </a:lvl5pPr>
            <a:lvl6pPr lvl="5">
              <a:spcBef>
                <a:spcPts val="0"/>
              </a:spcBef>
              <a:spcAft>
                <a:spcPts val="0"/>
              </a:spcAft>
              <a:buSzPts val="1400"/>
              <a:buFont typeface="Red Hat Display"/>
              <a:buNone/>
              <a:defRPr/>
            </a:lvl6pPr>
            <a:lvl7pPr lvl="6">
              <a:spcBef>
                <a:spcPts val="0"/>
              </a:spcBef>
              <a:spcAft>
                <a:spcPts val="0"/>
              </a:spcAft>
              <a:buSzPts val="1400"/>
              <a:buFont typeface="Red Hat Display"/>
              <a:buNone/>
              <a:defRPr/>
            </a:lvl7pPr>
            <a:lvl8pPr lvl="7">
              <a:spcBef>
                <a:spcPts val="0"/>
              </a:spcBef>
              <a:spcAft>
                <a:spcPts val="0"/>
              </a:spcAft>
              <a:buSzPts val="1400"/>
              <a:buFont typeface="Red Hat Display"/>
              <a:buNone/>
              <a:defRPr/>
            </a:lvl8pPr>
            <a:lvl9pPr lvl="8">
              <a:spcBef>
                <a:spcPts val="0"/>
              </a:spcBef>
              <a:spcAft>
                <a:spcPts val="0"/>
              </a:spcAft>
              <a:buSzPts val="1400"/>
              <a:buFont typeface="Red Hat Display"/>
              <a:buNone/>
              <a:defRPr/>
            </a:lvl9pPr>
          </a:lstStyle>
          <a:p>
            <a:endParaRPr/>
          </a:p>
        </p:txBody>
      </p:sp>
      <p:sp>
        <p:nvSpPr>
          <p:cNvPr id="444" name="Google Shape;444;p23"/>
          <p:cNvSpPr txBox="1">
            <a:spLocks noGrp="1"/>
          </p:cNvSpPr>
          <p:nvPr>
            <p:ph type="subTitle" idx="4"/>
          </p:nvPr>
        </p:nvSpPr>
        <p:spPr>
          <a:xfrm>
            <a:off x="5711285" y="3288425"/>
            <a:ext cx="2846700" cy="301500"/>
          </a:xfrm>
          <a:prstGeom prst="rect">
            <a:avLst/>
          </a:prstGeom>
        </p:spPr>
        <p:txBody>
          <a:bodyPr spcFirstLastPara="1" wrap="square" lIns="0" tIns="91425" rIns="91425" bIns="91425" anchor="b" anchorCtr="0">
            <a:noAutofit/>
          </a:bodyPr>
          <a:lstStyle>
            <a:lvl1pPr lvl="0">
              <a:spcBef>
                <a:spcPts val="0"/>
              </a:spcBef>
              <a:spcAft>
                <a:spcPts val="0"/>
              </a:spcAft>
              <a:buClr>
                <a:schemeClr val="lt1"/>
              </a:buClr>
              <a:buSzPts val="1400"/>
              <a:buFont typeface="Red Hat Display"/>
              <a:buNone/>
              <a:defRPr/>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a:endParaRPr/>
          </a:p>
        </p:txBody>
      </p:sp>
      <p:sp>
        <p:nvSpPr>
          <p:cNvPr id="445" name="Google Shape;445;p23"/>
          <p:cNvSpPr txBox="1">
            <a:spLocks noGrp="1"/>
          </p:cNvSpPr>
          <p:nvPr>
            <p:ph type="subTitle" idx="5"/>
          </p:nvPr>
        </p:nvSpPr>
        <p:spPr>
          <a:xfrm>
            <a:off x="5711285" y="3807400"/>
            <a:ext cx="2846700" cy="301500"/>
          </a:xfrm>
          <a:prstGeom prst="rect">
            <a:avLst/>
          </a:prstGeom>
        </p:spPr>
        <p:txBody>
          <a:bodyPr spcFirstLastPara="1" wrap="square" lIns="0" tIns="91425" rIns="91425" bIns="91425" anchor="b" anchorCtr="0">
            <a:noAutofit/>
          </a:bodyPr>
          <a:lstStyle>
            <a:lvl1pPr lvl="0">
              <a:spcBef>
                <a:spcPts val="0"/>
              </a:spcBef>
              <a:spcAft>
                <a:spcPts val="0"/>
              </a:spcAft>
              <a:buClr>
                <a:schemeClr val="lt1"/>
              </a:buClr>
              <a:buSzPts val="1400"/>
              <a:buFont typeface="Red Hat Display"/>
              <a:buNone/>
              <a:defRPr/>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a:endParaRPr/>
          </a:p>
        </p:txBody>
      </p:sp>
      <p:sp>
        <p:nvSpPr>
          <p:cNvPr id="446" name="Google Shape;446;p23"/>
          <p:cNvSpPr txBox="1">
            <a:spLocks noGrp="1"/>
          </p:cNvSpPr>
          <p:nvPr>
            <p:ph type="subTitle" idx="6"/>
          </p:nvPr>
        </p:nvSpPr>
        <p:spPr>
          <a:xfrm>
            <a:off x="5711285" y="4326375"/>
            <a:ext cx="2846700" cy="301500"/>
          </a:xfrm>
          <a:prstGeom prst="rect">
            <a:avLst/>
          </a:prstGeom>
        </p:spPr>
        <p:txBody>
          <a:bodyPr spcFirstLastPara="1" wrap="square" lIns="0" tIns="91425" rIns="91425" bIns="91425" anchor="b" anchorCtr="0">
            <a:noAutofit/>
          </a:bodyPr>
          <a:lstStyle>
            <a:lvl1pPr lvl="0">
              <a:spcBef>
                <a:spcPts val="0"/>
              </a:spcBef>
              <a:spcAft>
                <a:spcPts val="0"/>
              </a:spcAft>
              <a:buClr>
                <a:schemeClr val="lt1"/>
              </a:buClr>
              <a:buSzPts val="1400"/>
              <a:buFont typeface="Red Hat Display"/>
              <a:buNone/>
              <a:defRPr/>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a:endParaRPr/>
          </a:p>
        </p:txBody>
      </p:sp>
    </p:spTree>
    <p:extLst>
      <p:ext uri="{BB962C8B-B14F-4D97-AF65-F5344CB8AC3E}">
        <p14:creationId xmlns:p14="http://schemas.microsoft.com/office/powerpoint/2010/main" val="162083810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Agenda w/ description">
  <p:cSld name="Agenda w/ description">
    <p:spTree>
      <p:nvGrpSpPr>
        <p:cNvPr id="1" name="Shape 417"/>
        <p:cNvGrpSpPr/>
        <p:nvPr/>
      </p:nvGrpSpPr>
      <p:grpSpPr>
        <a:xfrm>
          <a:off x="0" y="0"/>
          <a:ext cx="0" cy="0"/>
          <a:chOff x="0" y="0"/>
          <a:chExt cx="0" cy="0"/>
        </a:xfrm>
      </p:grpSpPr>
      <p:sp>
        <p:nvSpPr>
          <p:cNvPr id="418" name="Google Shape;418;p22"/>
          <p:cNvSpPr txBox="1">
            <a:spLocks noGrp="1"/>
          </p:cNvSpPr>
          <p:nvPr>
            <p:ph type="subTitle" idx="1"/>
          </p:nvPr>
        </p:nvSpPr>
        <p:spPr>
          <a:xfrm>
            <a:off x="4782025" y="1731500"/>
            <a:ext cx="1926900" cy="301500"/>
          </a:xfrm>
          <a:prstGeom prst="rect">
            <a:avLst/>
          </a:prstGeom>
        </p:spPr>
        <p:txBody>
          <a:bodyPr spcFirstLastPara="1" wrap="square" lIns="0" tIns="91425" rIns="91425" bIns="91425" anchor="b" anchorCtr="0">
            <a:noAutofit/>
          </a:bodyPr>
          <a:lstStyle>
            <a:lvl1pPr lvl="0">
              <a:spcBef>
                <a:spcPts val="0"/>
              </a:spcBef>
              <a:spcAft>
                <a:spcPts val="0"/>
              </a:spcAft>
              <a:buClr>
                <a:schemeClr val="lt1"/>
              </a:buClr>
              <a:buSzPts val="1400"/>
              <a:buFont typeface="Red Hat Display"/>
              <a:buNone/>
              <a:defRPr/>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a:endParaRPr/>
          </a:p>
        </p:txBody>
      </p:sp>
      <p:sp>
        <p:nvSpPr>
          <p:cNvPr id="419" name="Google Shape;419;p22"/>
          <p:cNvSpPr txBox="1">
            <a:spLocks noGrp="1"/>
          </p:cNvSpPr>
          <p:nvPr>
            <p:ph type="title"/>
          </p:nvPr>
        </p:nvSpPr>
        <p:spPr>
          <a:xfrm>
            <a:off x="1392601" y="836575"/>
            <a:ext cx="3205200" cy="587700"/>
          </a:xfrm>
          <a:prstGeom prst="rect">
            <a:avLst/>
          </a:prstGeom>
        </p:spPr>
        <p:txBody>
          <a:bodyPr spcFirstLastPara="1" wrap="square" lIns="0" tIns="91425" rIns="91425" bIns="91425" anchor="t" anchorCtr="0">
            <a:spAutoFit/>
          </a:bodyPr>
          <a:lstStyle>
            <a:lvl1pPr lvl="0">
              <a:lnSpc>
                <a:spcPct val="90000"/>
              </a:lnSpc>
              <a:spcBef>
                <a:spcPts val="0"/>
              </a:spcBef>
              <a:spcAft>
                <a:spcPts val="0"/>
              </a:spcAft>
              <a:buNone/>
              <a:defRPr sz="4000">
                <a:solidFill>
                  <a:schemeClr val="lt1"/>
                </a:solidFill>
              </a:defRPr>
            </a:lvl1pPr>
            <a:lvl2pPr lvl="1">
              <a:lnSpc>
                <a:spcPct val="115000"/>
              </a:lnSpc>
              <a:spcBef>
                <a:spcPts val="0"/>
              </a:spcBef>
              <a:spcAft>
                <a:spcPts val="0"/>
              </a:spcAft>
              <a:buNone/>
              <a:defRPr sz="4000">
                <a:solidFill>
                  <a:schemeClr val="lt1"/>
                </a:solidFill>
              </a:defRPr>
            </a:lvl2pPr>
            <a:lvl3pPr lvl="2">
              <a:lnSpc>
                <a:spcPct val="115000"/>
              </a:lnSpc>
              <a:spcBef>
                <a:spcPts val="0"/>
              </a:spcBef>
              <a:spcAft>
                <a:spcPts val="0"/>
              </a:spcAft>
              <a:buNone/>
              <a:defRPr sz="4000">
                <a:solidFill>
                  <a:schemeClr val="lt1"/>
                </a:solidFill>
              </a:defRPr>
            </a:lvl3pPr>
            <a:lvl4pPr lvl="3">
              <a:lnSpc>
                <a:spcPct val="115000"/>
              </a:lnSpc>
              <a:spcBef>
                <a:spcPts val="0"/>
              </a:spcBef>
              <a:spcAft>
                <a:spcPts val="0"/>
              </a:spcAft>
              <a:buNone/>
              <a:defRPr sz="4000">
                <a:solidFill>
                  <a:schemeClr val="lt1"/>
                </a:solidFill>
              </a:defRPr>
            </a:lvl4pPr>
            <a:lvl5pPr lvl="4">
              <a:lnSpc>
                <a:spcPct val="115000"/>
              </a:lnSpc>
              <a:spcBef>
                <a:spcPts val="0"/>
              </a:spcBef>
              <a:spcAft>
                <a:spcPts val="0"/>
              </a:spcAft>
              <a:buNone/>
              <a:defRPr sz="4000">
                <a:solidFill>
                  <a:schemeClr val="lt1"/>
                </a:solidFill>
              </a:defRPr>
            </a:lvl5pPr>
            <a:lvl6pPr lvl="5">
              <a:lnSpc>
                <a:spcPct val="115000"/>
              </a:lnSpc>
              <a:spcBef>
                <a:spcPts val="0"/>
              </a:spcBef>
              <a:spcAft>
                <a:spcPts val="0"/>
              </a:spcAft>
              <a:buNone/>
              <a:defRPr sz="4000">
                <a:solidFill>
                  <a:schemeClr val="lt1"/>
                </a:solidFill>
              </a:defRPr>
            </a:lvl6pPr>
            <a:lvl7pPr lvl="6">
              <a:lnSpc>
                <a:spcPct val="115000"/>
              </a:lnSpc>
              <a:spcBef>
                <a:spcPts val="0"/>
              </a:spcBef>
              <a:spcAft>
                <a:spcPts val="0"/>
              </a:spcAft>
              <a:buNone/>
              <a:defRPr sz="4000">
                <a:solidFill>
                  <a:schemeClr val="lt1"/>
                </a:solidFill>
              </a:defRPr>
            </a:lvl7pPr>
            <a:lvl8pPr lvl="7">
              <a:lnSpc>
                <a:spcPct val="115000"/>
              </a:lnSpc>
              <a:spcBef>
                <a:spcPts val="0"/>
              </a:spcBef>
              <a:spcAft>
                <a:spcPts val="0"/>
              </a:spcAft>
              <a:buNone/>
              <a:defRPr sz="4000">
                <a:solidFill>
                  <a:schemeClr val="lt1"/>
                </a:solidFill>
              </a:defRPr>
            </a:lvl8pPr>
            <a:lvl9pPr lvl="8">
              <a:lnSpc>
                <a:spcPct val="115000"/>
              </a:lnSpc>
              <a:spcBef>
                <a:spcPts val="0"/>
              </a:spcBef>
              <a:spcAft>
                <a:spcPts val="0"/>
              </a:spcAft>
              <a:buNone/>
              <a:defRPr sz="4000">
                <a:solidFill>
                  <a:schemeClr val="lt1"/>
                </a:solidFill>
              </a:defRPr>
            </a:lvl9pPr>
          </a:lstStyle>
          <a:p>
            <a:endParaRPr/>
          </a:p>
        </p:txBody>
      </p:sp>
      <p:sp>
        <p:nvSpPr>
          <p:cNvPr id="424" name="Google Shape;424;p22"/>
          <p:cNvSpPr txBox="1">
            <a:spLocks noGrp="1"/>
          </p:cNvSpPr>
          <p:nvPr>
            <p:ph type="subTitle" idx="2"/>
          </p:nvPr>
        </p:nvSpPr>
        <p:spPr>
          <a:xfrm>
            <a:off x="4944882" y="1875150"/>
            <a:ext cx="1584900" cy="301500"/>
          </a:xfrm>
          <a:prstGeom prst="rect">
            <a:avLst/>
          </a:prstGeom>
        </p:spPr>
        <p:txBody>
          <a:bodyPr spcFirstLastPara="1" wrap="square" lIns="0" tIns="91425" rIns="91425" bIns="91425" anchor="t" anchorCtr="0">
            <a:noAutofit/>
          </a:bodyPr>
          <a:lstStyle>
            <a:lvl1pPr lvl="0">
              <a:spcBef>
                <a:spcPts val="0"/>
              </a:spcBef>
              <a:spcAft>
                <a:spcPts val="0"/>
              </a:spcAft>
              <a:buClr>
                <a:schemeClr val="dk2"/>
              </a:buClr>
              <a:buSzPts val="1200"/>
              <a:buFont typeface="Red Hat Display"/>
              <a:buNone/>
              <a:defRPr sz="1200">
                <a:solidFill>
                  <a:schemeClr val="dk2"/>
                </a:solidFill>
              </a:defRPr>
            </a:lvl1pPr>
            <a:lvl2pPr lvl="1">
              <a:spcBef>
                <a:spcPts val="0"/>
              </a:spcBef>
              <a:spcAft>
                <a:spcPts val="0"/>
              </a:spcAft>
              <a:buClr>
                <a:schemeClr val="dk2"/>
              </a:buClr>
              <a:buSzPts val="1200"/>
              <a:buFont typeface="Red Hat Display"/>
              <a:buNone/>
              <a:defRPr sz="1200">
                <a:solidFill>
                  <a:schemeClr val="dk2"/>
                </a:solidFill>
              </a:defRPr>
            </a:lvl2pPr>
            <a:lvl3pPr lvl="2">
              <a:spcBef>
                <a:spcPts val="0"/>
              </a:spcBef>
              <a:spcAft>
                <a:spcPts val="0"/>
              </a:spcAft>
              <a:buClr>
                <a:schemeClr val="dk2"/>
              </a:buClr>
              <a:buSzPts val="1200"/>
              <a:buFont typeface="Red Hat Display"/>
              <a:buNone/>
              <a:defRPr sz="1200">
                <a:solidFill>
                  <a:schemeClr val="dk2"/>
                </a:solidFill>
              </a:defRPr>
            </a:lvl3pPr>
            <a:lvl4pPr lvl="3">
              <a:spcBef>
                <a:spcPts val="0"/>
              </a:spcBef>
              <a:spcAft>
                <a:spcPts val="0"/>
              </a:spcAft>
              <a:buClr>
                <a:schemeClr val="dk2"/>
              </a:buClr>
              <a:buSzPts val="1200"/>
              <a:buFont typeface="Red Hat Display"/>
              <a:buNone/>
              <a:defRPr sz="1200">
                <a:solidFill>
                  <a:schemeClr val="dk2"/>
                </a:solidFill>
              </a:defRPr>
            </a:lvl4pPr>
            <a:lvl5pPr lvl="4">
              <a:spcBef>
                <a:spcPts val="0"/>
              </a:spcBef>
              <a:spcAft>
                <a:spcPts val="0"/>
              </a:spcAft>
              <a:buClr>
                <a:schemeClr val="dk2"/>
              </a:buClr>
              <a:buSzPts val="1200"/>
              <a:buFont typeface="Red Hat Display"/>
              <a:buNone/>
              <a:defRPr sz="1200">
                <a:solidFill>
                  <a:schemeClr val="dk2"/>
                </a:solidFill>
              </a:defRPr>
            </a:lvl5pPr>
            <a:lvl6pPr lvl="5">
              <a:spcBef>
                <a:spcPts val="0"/>
              </a:spcBef>
              <a:spcAft>
                <a:spcPts val="0"/>
              </a:spcAft>
              <a:buClr>
                <a:schemeClr val="dk2"/>
              </a:buClr>
              <a:buSzPts val="1200"/>
              <a:buFont typeface="Red Hat Display"/>
              <a:buNone/>
              <a:defRPr sz="1200">
                <a:solidFill>
                  <a:schemeClr val="dk2"/>
                </a:solidFill>
              </a:defRPr>
            </a:lvl6pPr>
            <a:lvl7pPr lvl="6">
              <a:spcBef>
                <a:spcPts val="0"/>
              </a:spcBef>
              <a:spcAft>
                <a:spcPts val="0"/>
              </a:spcAft>
              <a:buClr>
                <a:schemeClr val="dk2"/>
              </a:buClr>
              <a:buSzPts val="1200"/>
              <a:buFont typeface="Red Hat Display"/>
              <a:buNone/>
              <a:defRPr sz="1200">
                <a:solidFill>
                  <a:schemeClr val="dk2"/>
                </a:solidFill>
              </a:defRPr>
            </a:lvl7pPr>
            <a:lvl8pPr lvl="7">
              <a:spcBef>
                <a:spcPts val="0"/>
              </a:spcBef>
              <a:spcAft>
                <a:spcPts val="0"/>
              </a:spcAft>
              <a:buClr>
                <a:schemeClr val="dk2"/>
              </a:buClr>
              <a:buSzPts val="1200"/>
              <a:buFont typeface="Red Hat Display"/>
              <a:buNone/>
              <a:defRPr sz="1200">
                <a:solidFill>
                  <a:schemeClr val="dk2"/>
                </a:solidFill>
              </a:defRPr>
            </a:lvl8pPr>
            <a:lvl9pPr lvl="8">
              <a:spcBef>
                <a:spcPts val="0"/>
              </a:spcBef>
              <a:spcAft>
                <a:spcPts val="0"/>
              </a:spcAft>
              <a:buClr>
                <a:schemeClr val="dk2"/>
              </a:buClr>
              <a:buSzPts val="1200"/>
              <a:buFont typeface="Red Hat Display"/>
              <a:buNone/>
              <a:defRPr sz="1200">
                <a:solidFill>
                  <a:schemeClr val="dk2"/>
                </a:solidFill>
              </a:defRPr>
            </a:lvl9pPr>
          </a:lstStyle>
          <a:p>
            <a:endParaRPr/>
          </a:p>
        </p:txBody>
      </p:sp>
      <p:sp>
        <p:nvSpPr>
          <p:cNvPr id="425" name="Google Shape;425;p22"/>
          <p:cNvSpPr txBox="1">
            <a:spLocks noGrp="1"/>
          </p:cNvSpPr>
          <p:nvPr>
            <p:ph type="subTitle" idx="3"/>
          </p:nvPr>
        </p:nvSpPr>
        <p:spPr>
          <a:xfrm>
            <a:off x="4782025" y="2682477"/>
            <a:ext cx="1926900" cy="301500"/>
          </a:xfrm>
          <a:prstGeom prst="rect">
            <a:avLst/>
          </a:prstGeom>
        </p:spPr>
        <p:txBody>
          <a:bodyPr spcFirstLastPara="1" wrap="square" lIns="91425" tIns="91425" rIns="91425" bIns="91425" anchor="b" anchorCtr="0">
            <a:noAutofit/>
          </a:bodyPr>
          <a:lstStyle>
            <a:lvl1pPr lvl="0">
              <a:spcBef>
                <a:spcPts val="0"/>
              </a:spcBef>
              <a:spcAft>
                <a:spcPts val="0"/>
              </a:spcAft>
              <a:buClr>
                <a:schemeClr val="lt1"/>
              </a:buClr>
              <a:buSzPts val="1400"/>
              <a:buFont typeface="Red Hat Display"/>
              <a:buNone/>
              <a:defRPr/>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a:endParaRPr/>
          </a:p>
        </p:txBody>
      </p:sp>
      <p:sp>
        <p:nvSpPr>
          <p:cNvPr id="426" name="Google Shape;426;p22"/>
          <p:cNvSpPr txBox="1">
            <a:spLocks noGrp="1"/>
          </p:cNvSpPr>
          <p:nvPr>
            <p:ph type="subTitle" idx="4"/>
          </p:nvPr>
        </p:nvSpPr>
        <p:spPr>
          <a:xfrm>
            <a:off x="4944882" y="2826125"/>
            <a:ext cx="1584900" cy="301500"/>
          </a:xfrm>
          <a:prstGeom prst="rect">
            <a:avLst/>
          </a:prstGeom>
        </p:spPr>
        <p:txBody>
          <a:bodyPr spcFirstLastPara="1" wrap="square" lIns="0" tIns="91425" rIns="91425" bIns="91425" anchor="t" anchorCtr="0">
            <a:noAutofit/>
          </a:bodyPr>
          <a:lstStyle>
            <a:lvl1pPr lvl="0">
              <a:spcBef>
                <a:spcPts val="0"/>
              </a:spcBef>
              <a:spcAft>
                <a:spcPts val="0"/>
              </a:spcAft>
              <a:buClr>
                <a:schemeClr val="dk2"/>
              </a:buClr>
              <a:buSzPts val="1200"/>
              <a:buFont typeface="Red Hat Display"/>
              <a:buNone/>
              <a:defRPr sz="1200">
                <a:solidFill>
                  <a:schemeClr val="dk2"/>
                </a:solidFill>
              </a:defRPr>
            </a:lvl1pPr>
            <a:lvl2pPr lvl="1">
              <a:spcBef>
                <a:spcPts val="0"/>
              </a:spcBef>
              <a:spcAft>
                <a:spcPts val="0"/>
              </a:spcAft>
              <a:buClr>
                <a:schemeClr val="dk2"/>
              </a:buClr>
              <a:buSzPts val="1200"/>
              <a:buFont typeface="Red Hat Display"/>
              <a:buNone/>
              <a:defRPr sz="1200">
                <a:solidFill>
                  <a:schemeClr val="dk2"/>
                </a:solidFill>
              </a:defRPr>
            </a:lvl2pPr>
            <a:lvl3pPr lvl="2">
              <a:spcBef>
                <a:spcPts val="0"/>
              </a:spcBef>
              <a:spcAft>
                <a:spcPts val="0"/>
              </a:spcAft>
              <a:buClr>
                <a:schemeClr val="dk2"/>
              </a:buClr>
              <a:buSzPts val="1200"/>
              <a:buFont typeface="Red Hat Display"/>
              <a:buNone/>
              <a:defRPr sz="1200">
                <a:solidFill>
                  <a:schemeClr val="dk2"/>
                </a:solidFill>
              </a:defRPr>
            </a:lvl3pPr>
            <a:lvl4pPr lvl="3">
              <a:spcBef>
                <a:spcPts val="0"/>
              </a:spcBef>
              <a:spcAft>
                <a:spcPts val="0"/>
              </a:spcAft>
              <a:buClr>
                <a:schemeClr val="dk2"/>
              </a:buClr>
              <a:buSzPts val="1200"/>
              <a:buFont typeface="Red Hat Display"/>
              <a:buNone/>
              <a:defRPr sz="1200">
                <a:solidFill>
                  <a:schemeClr val="dk2"/>
                </a:solidFill>
              </a:defRPr>
            </a:lvl4pPr>
            <a:lvl5pPr lvl="4">
              <a:spcBef>
                <a:spcPts val="0"/>
              </a:spcBef>
              <a:spcAft>
                <a:spcPts val="0"/>
              </a:spcAft>
              <a:buClr>
                <a:schemeClr val="dk2"/>
              </a:buClr>
              <a:buSzPts val="1200"/>
              <a:buFont typeface="Red Hat Display"/>
              <a:buNone/>
              <a:defRPr sz="1200">
                <a:solidFill>
                  <a:schemeClr val="dk2"/>
                </a:solidFill>
              </a:defRPr>
            </a:lvl5pPr>
            <a:lvl6pPr lvl="5">
              <a:spcBef>
                <a:spcPts val="0"/>
              </a:spcBef>
              <a:spcAft>
                <a:spcPts val="0"/>
              </a:spcAft>
              <a:buClr>
                <a:schemeClr val="dk2"/>
              </a:buClr>
              <a:buSzPts val="1200"/>
              <a:buFont typeface="Red Hat Display"/>
              <a:buNone/>
              <a:defRPr sz="1200">
                <a:solidFill>
                  <a:schemeClr val="dk2"/>
                </a:solidFill>
              </a:defRPr>
            </a:lvl6pPr>
            <a:lvl7pPr lvl="6">
              <a:spcBef>
                <a:spcPts val="0"/>
              </a:spcBef>
              <a:spcAft>
                <a:spcPts val="0"/>
              </a:spcAft>
              <a:buClr>
                <a:schemeClr val="dk2"/>
              </a:buClr>
              <a:buSzPts val="1200"/>
              <a:buFont typeface="Red Hat Display"/>
              <a:buNone/>
              <a:defRPr sz="1200">
                <a:solidFill>
                  <a:schemeClr val="dk2"/>
                </a:solidFill>
              </a:defRPr>
            </a:lvl7pPr>
            <a:lvl8pPr lvl="7">
              <a:spcBef>
                <a:spcPts val="0"/>
              </a:spcBef>
              <a:spcAft>
                <a:spcPts val="0"/>
              </a:spcAft>
              <a:buClr>
                <a:schemeClr val="dk2"/>
              </a:buClr>
              <a:buSzPts val="1200"/>
              <a:buFont typeface="Red Hat Display"/>
              <a:buNone/>
              <a:defRPr sz="1200">
                <a:solidFill>
                  <a:schemeClr val="dk2"/>
                </a:solidFill>
              </a:defRPr>
            </a:lvl8pPr>
            <a:lvl9pPr lvl="8">
              <a:spcBef>
                <a:spcPts val="0"/>
              </a:spcBef>
              <a:spcAft>
                <a:spcPts val="0"/>
              </a:spcAft>
              <a:buClr>
                <a:schemeClr val="dk2"/>
              </a:buClr>
              <a:buSzPts val="1200"/>
              <a:buFont typeface="Red Hat Display"/>
              <a:buNone/>
              <a:defRPr sz="1200">
                <a:solidFill>
                  <a:schemeClr val="dk2"/>
                </a:solidFill>
              </a:defRPr>
            </a:lvl9pPr>
          </a:lstStyle>
          <a:p>
            <a:endParaRPr/>
          </a:p>
        </p:txBody>
      </p:sp>
      <p:sp>
        <p:nvSpPr>
          <p:cNvPr id="427" name="Google Shape;427;p22"/>
          <p:cNvSpPr txBox="1">
            <a:spLocks noGrp="1"/>
          </p:cNvSpPr>
          <p:nvPr>
            <p:ph type="subTitle" idx="5"/>
          </p:nvPr>
        </p:nvSpPr>
        <p:spPr>
          <a:xfrm>
            <a:off x="4782025" y="3628000"/>
            <a:ext cx="1926900" cy="301500"/>
          </a:xfrm>
          <a:prstGeom prst="rect">
            <a:avLst/>
          </a:prstGeom>
        </p:spPr>
        <p:txBody>
          <a:bodyPr spcFirstLastPara="1" wrap="square" lIns="0" tIns="91425" rIns="91425" bIns="91425" anchor="b" anchorCtr="0">
            <a:noAutofit/>
          </a:bodyPr>
          <a:lstStyle>
            <a:lvl1pPr lvl="0">
              <a:spcBef>
                <a:spcPts val="0"/>
              </a:spcBef>
              <a:spcAft>
                <a:spcPts val="0"/>
              </a:spcAft>
              <a:buClr>
                <a:schemeClr val="lt1"/>
              </a:buClr>
              <a:buSzPts val="1400"/>
              <a:buFont typeface="Red Hat Display"/>
              <a:buNone/>
              <a:defRPr/>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a:endParaRPr/>
          </a:p>
        </p:txBody>
      </p:sp>
      <p:sp>
        <p:nvSpPr>
          <p:cNvPr id="428" name="Google Shape;428;p22"/>
          <p:cNvSpPr txBox="1">
            <a:spLocks noGrp="1"/>
          </p:cNvSpPr>
          <p:nvPr>
            <p:ph type="subTitle" idx="6"/>
          </p:nvPr>
        </p:nvSpPr>
        <p:spPr>
          <a:xfrm>
            <a:off x="4944882" y="3771650"/>
            <a:ext cx="1584900" cy="301500"/>
          </a:xfrm>
          <a:prstGeom prst="rect">
            <a:avLst/>
          </a:prstGeom>
        </p:spPr>
        <p:txBody>
          <a:bodyPr spcFirstLastPara="1" wrap="square" lIns="0" tIns="91425" rIns="91425" bIns="91425" anchor="t" anchorCtr="0">
            <a:noAutofit/>
          </a:bodyPr>
          <a:lstStyle>
            <a:lvl1pPr lvl="0">
              <a:spcBef>
                <a:spcPts val="0"/>
              </a:spcBef>
              <a:spcAft>
                <a:spcPts val="0"/>
              </a:spcAft>
              <a:buClr>
                <a:schemeClr val="dk2"/>
              </a:buClr>
              <a:buSzPts val="1200"/>
              <a:buFont typeface="Red Hat Display"/>
              <a:buNone/>
              <a:defRPr sz="1200">
                <a:solidFill>
                  <a:schemeClr val="dk2"/>
                </a:solidFill>
              </a:defRPr>
            </a:lvl1pPr>
            <a:lvl2pPr lvl="1">
              <a:spcBef>
                <a:spcPts val="0"/>
              </a:spcBef>
              <a:spcAft>
                <a:spcPts val="0"/>
              </a:spcAft>
              <a:buClr>
                <a:schemeClr val="dk2"/>
              </a:buClr>
              <a:buSzPts val="1200"/>
              <a:buFont typeface="Red Hat Display"/>
              <a:buNone/>
              <a:defRPr sz="1200">
                <a:solidFill>
                  <a:schemeClr val="dk2"/>
                </a:solidFill>
              </a:defRPr>
            </a:lvl2pPr>
            <a:lvl3pPr lvl="2">
              <a:spcBef>
                <a:spcPts val="0"/>
              </a:spcBef>
              <a:spcAft>
                <a:spcPts val="0"/>
              </a:spcAft>
              <a:buClr>
                <a:schemeClr val="dk2"/>
              </a:buClr>
              <a:buSzPts val="1200"/>
              <a:buFont typeface="Red Hat Display"/>
              <a:buNone/>
              <a:defRPr sz="1200">
                <a:solidFill>
                  <a:schemeClr val="dk2"/>
                </a:solidFill>
              </a:defRPr>
            </a:lvl3pPr>
            <a:lvl4pPr lvl="3">
              <a:spcBef>
                <a:spcPts val="0"/>
              </a:spcBef>
              <a:spcAft>
                <a:spcPts val="0"/>
              </a:spcAft>
              <a:buClr>
                <a:schemeClr val="dk2"/>
              </a:buClr>
              <a:buSzPts val="1200"/>
              <a:buFont typeface="Red Hat Display"/>
              <a:buNone/>
              <a:defRPr sz="1200">
                <a:solidFill>
                  <a:schemeClr val="dk2"/>
                </a:solidFill>
              </a:defRPr>
            </a:lvl4pPr>
            <a:lvl5pPr lvl="4">
              <a:spcBef>
                <a:spcPts val="0"/>
              </a:spcBef>
              <a:spcAft>
                <a:spcPts val="0"/>
              </a:spcAft>
              <a:buClr>
                <a:schemeClr val="dk2"/>
              </a:buClr>
              <a:buSzPts val="1200"/>
              <a:buFont typeface="Red Hat Display"/>
              <a:buNone/>
              <a:defRPr sz="1200">
                <a:solidFill>
                  <a:schemeClr val="dk2"/>
                </a:solidFill>
              </a:defRPr>
            </a:lvl5pPr>
            <a:lvl6pPr lvl="5">
              <a:spcBef>
                <a:spcPts val="0"/>
              </a:spcBef>
              <a:spcAft>
                <a:spcPts val="0"/>
              </a:spcAft>
              <a:buClr>
                <a:schemeClr val="dk2"/>
              </a:buClr>
              <a:buSzPts val="1200"/>
              <a:buFont typeface="Red Hat Display"/>
              <a:buNone/>
              <a:defRPr sz="1200">
                <a:solidFill>
                  <a:schemeClr val="dk2"/>
                </a:solidFill>
              </a:defRPr>
            </a:lvl6pPr>
            <a:lvl7pPr lvl="6">
              <a:spcBef>
                <a:spcPts val="0"/>
              </a:spcBef>
              <a:spcAft>
                <a:spcPts val="0"/>
              </a:spcAft>
              <a:buClr>
                <a:schemeClr val="dk2"/>
              </a:buClr>
              <a:buSzPts val="1200"/>
              <a:buFont typeface="Red Hat Display"/>
              <a:buNone/>
              <a:defRPr sz="1200">
                <a:solidFill>
                  <a:schemeClr val="dk2"/>
                </a:solidFill>
              </a:defRPr>
            </a:lvl7pPr>
            <a:lvl8pPr lvl="7">
              <a:spcBef>
                <a:spcPts val="0"/>
              </a:spcBef>
              <a:spcAft>
                <a:spcPts val="0"/>
              </a:spcAft>
              <a:buClr>
                <a:schemeClr val="dk2"/>
              </a:buClr>
              <a:buSzPts val="1200"/>
              <a:buFont typeface="Red Hat Display"/>
              <a:buNone/>
              <a:defRPr sz="1200">
                <a:solidFill>
                  <a:schemeClr val="dk2"/>
                </a:solidFill>
              </a:defRPr>
            </a:lvl8pPr>
            <a:lvl9pPr lvl="8">
              <a:spcBef>
                <a:spcPts val="0"/>
              </a:spcBef>
              <a:spcAft>
                <a:spcPts val="0"/>
              </a:spcAft>
              <a:buClr>
                <a:schemeClr val="dk2"/>
              </a:buClr>
              <a:buSzPts val="1200"/>
              <a:buFont typeface="Red Hat Display"/>
              <a:buNone/>
              <a:defRPr sz="1200">
                <a:solidFill>
                  <a:schemeClr val="dk2"/>
                </a:solidFill>
              </a:defRPr>
            </a:lvl9pPr>
          </a:lstStyle>
          <a:p>
            <a:endParaRPr/>
          </a:p>
        </p:txBody>
      </p:sp>
      <p:sp>
        <p:nvSpPr>
          <p:cNvPr id="429" name="Google Shape;429;p22"/>
          <p:cNvSpPr txBox="1">
            <a:spLocks noGrp="1"/>
          </p:cNvSpPr>
          <p:nvPr>
            <p:ph type="subTitle" idx="7"/>
          </p:nvPr>
        </p:nvSpPr>
        <p:spPr>
          <a:xfrm>
            <a:off x="7123375" y="1731500"/>
            <a:ext cx="1747800" cy="301500"/>
          </a:xfrm>
          <a:prstGeom prst="rect">
            <a:avLst/>
          </a:prstGeom>
        </p:spPr>
        <p:txBody>
          <a:bodyPr spcFirstLastPara="1" wrap="square" lIns="0" tIns="91425" rIns="91425" bIns="91425" anchor="b" anchorCtr="0">
            <a:noAutofit/>
          </a:bodyPr>
          <a:lstStyle>
            <a:lvl1pPr lvl="0">
              <a:spcBef>
                <a:spcPts val="0"/>
              </a:spcBef>
              <a:spcAft>
                <a:spcPts val="0"/>
              </a:spcAft>
              <a:buClr>
                <a:schemeClr val="lt1"/>
              </a:buClr>
              <a:buSzPts val="1400"/>
              <a:buFont typeface="Red Hat Display"/>
              <a:buNone/>
              <a:defRPr/>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a:endParaRPr/>
          </a:p>
        </p:txBody>
      </p:sp>
      <p:sp>
        <p:nvSpPr>
          <p:cNvPr id="430" name="Google Shape;430;p22"/>
          <p:cNvSpPr txBox="1">
            <a:spLocks noGrp="1"/>
          </p:cNvSpPr>
          <p:nvPr>
            <p:ph type="subTitle" idx="8"/>
          </p:nvPr>
        </p:nvSpPr>
        <p:spPr>
          <a:xfrm>
            <a:off x="7278029" y="1875150"/>
            <a:ext cx="1637400" cy="301500"/>
          </a:xfrm>
          <a:prstGeom prst="rect">
            <a:avLst/>
          </a:prstGeom>
        </p:spPr>
        <p:txBody>
          <a:bodyPr spcFirstLastPara="1" wrap="square" lIns="0" tIns="91425" rIns="91425" bIns="91425" anchor="t" anchorCtr="0">
            <a:noAutofit/>
          </a:bodyPr>
          <a:lstStyle>
            <a:lvl1pPr lvl="0">
              <a:spcBef>
                <a:spcPts val="0"/>
              </a:spcBef>
              <a:spcAft>
                <a:spcPts val="0"/>
              </a:spcAft>
              <a:buClr>
                <a:schemeClr val="dk2"/>
              </a:buClr>
              <a:buSzPts val="1200"/>
              <a:buFont typeface="Red Hat Display"/>
              <a:buNone/>
              <a:defRPr sz="1200">
                <a:solidFill>
                  <a:schemeClr val="dk2"/>
                </a:solidFill>
              </a:defRPr>
            </a:lvl1pPr>
            <a:lvl2pPr lvl="1">
              <a:spcBef>
                <a:spcPts val="0"/>
              </a:spcBef>
              <a:spcAft>
                <a:spcPts val="0"/>
              </a:spcAft>
              <a:buClr>
                <a:schemeClr val="dk2"/>
              </a:buClr>
              <a:buSzPts val="1200"/>
              <a:buFont typeface="Red Hat Display"/>
              <a:buNone/>
              <a:defRPr sz="1200">
                <a:solidFill>
                  <a:schemeClr val="dk2"/>
                </a:solidFill>
              </a:defRPr>
            </a:lvl2pPr>
            <a:lvl3pPr lvl="2">
              <a:spcBef>
                <a:spcPts val="0"/>
              </a:spcBef>
              <a:spcAft>
                <a:spcPts val="0"/>
              </a:spcAft>
              <a:buClr>
                <a:schemeClr val="dk2"/>
              </a:buClr>
              <a:buSzPts val="1200"/>
              <a:buFont typeface="Red Hat Display"/>
              <a:buNone/>
              <a:defRPr sz="1200">
                <a:solidFill>
                  <a:schemeClr val="dk2"/>
                </a:solidFill>
              </a:defRPr>
            </a:lvl3pPr>
            <a:lvl4pPr lvl="3">
              <a:spcBef>
                <a:spcPts val="0"/>
              </a:spcBef>
              <a:spcAft>
                <a:spcPts val="0"/>
              </a:spcAft>
              <a:buClr>
                <a:schemeClr val="dk2"/>
              </a:buClr>
              <a:buSzPts val="1200"/>
              <a:buFont typeface="Red Hat Display"/>
              <a:buNone/>
              <a:defRPr sz="1200">
                <a:solidFill>
                  <a:schemeClr val="dk2"/>
                </a:solidFill>
              </a:defRPr>
            </a:lvl4pPr>
            <a:lvl5pPr lvl="4">
              <a:spcBef>
                <a:spcPts val="0"/>
              </a:spcBef>
              <a:spcAft>
                <a:spcPts val="0"/>
              </a:spcAft>
              <a:buClr>
                <a:schemeClr val="dk2"/>
              </a:buClr>
              <a:buSzPts val="1200"/>
              <a:buFont typeface="Red Hat Display"/>
              <a:buNone/>
              <a:defRPr sz="1200">
                <a:solidFill>
                  <a:schemeClr val="dk2"/>
                </a:solidFill>
              </a:defRPr>
            </a:lvl5pPr>
            <a:lvl6pPr lvl="5">
              <a:spcBef>
                <a:spcPts val="0"/>
              </a:spcBef>
              <a:spcAft>
                <a:spcPts val="0"/>
              </a:spcAft>
              <a:buClr>
                <a:schemeClr val="dk2"/>
              </a:buClr>
              <a:buSzPts val="1200"/>
              <a:buFont typeface="Red Hat Display"/>
              <a:buNone/>
              <a:defRPr sz="1200">
                <a:solidFill>
                  <a:schemeClr val="dk2"/>
                </a:solidFill>
              </a:defRPr>
            </a:lvl6pPr>
            <a:lvl7pPr lvl="6">
              <a:spcBef>
                <a:spcPts val="0"/>
              </a:spcBef>
              <a:spcAft>
                <a:spcPts val="0"/>
              </a:spcAft>
              <a:buClr>
                <a:schemeClr val="dk2"/>
              </a:buClr>
              <a:buSzPts val="1200"/>
              <a:buFont typeface="Red Hat Display"/>
              <a:buNone/>
              <a:defRPr sz="1200">
                <a:solidFill>
                  <a:schemeClr val="dk2"/>
                </a:solidFill>
              </a:defRPr>
            </a:lvl7pPr>
            <a:lvl8pPr lvl="7">
              <a:spcBef>
                <a:spcPts val="0"/>
              </a:spcBef>
              <a:spcAft>
                <a:spcPts val="0"/>
              </a:spcAft>
              <a:buClr>
                <a:schemeClr val="dk2"/>
              </a:buClr>
              <a:buSzPts val="1200"/>
              <a:buFont typeface="Red Hat Display"/>
              <a:buNone/>
              <a:defRPr sz="1200">
                <a:solidFill>
                  <a:schemeClr val="dk2"/>
                </a:solidFill>
              </a:defRPr>
            </a:lvl8pPr>
            <a:lvl9pPr lvl="8">
              <a:spcBef>
                <a:spcPts val="0"/>
              </a:spcBef>
              <a:spcAft>
                <a:spcPts val="0"/>
              </a:spcAft>
              <a:buClr>
                <a:schemeClr val="dk2"/>
              </a:buClr>
              <a:buSzPts val="1200"/>
              <a:buFont typeface="Red Hat Display"/>
              <a:buNone/>
              <a:defRPr sz="1200">
                <a:solidFill>
                  <a:schemeClr val="dk2"/>
                </a:solidFill>
              </a:defRPr>
            </a:lvl9pPr>
          </a:lstStyle>
          <a:p>
            <a:endParaRPr/>
          </a:p>
        </p:txBody>
      </p:sp>
      <p:sp>
        <p:nvSpPr>
          <p:cNvPr id="431" name="Google Shape;431;p22"/>
          <p:cNvSpPr txBox="1">
            <a:spLocks noGrp="1"/>
          </p:cNvSpPr>
          <p:nvPr>
            <p:ph type="subTitle" idx="9"/>
          </p:nvPr>
        </p:nvSpPr>
        <p:spPr>
          <a:xfrm>
            <a:off x="7123375" y="2682477"/>
            <a:ext cx="1747800" cy="301500"/>
          </a:xfrm>
          <a:prstGeom prst="rect">
            <a:avLst/>
          </a:prstGeom>
        </p:spPr>
        <p:txBody>
          <a:bodyPr spcFirstLastPara="1" wrap="square" lIns="0" tIns="91425" rIns="91425" bIns="91425" anchor="b" anchorCtr="0">
            <a:noAutofit/>
          </a:bodyPr>
          <a:lstStyle>
            <a:lvl1pPr lvl="0">
              <a:spcBef>
                <a:spcPts val="0"/>
              </a:spcBef>
              <a:spcAft>
                <a:spcPts val="0"/>
              </a:spcAft>
              <a:buClr>
                <a:schemeClr val="lt1"/>
              </a:buClr>
              <a:buSzPts val="1400"/>
              <a:buFont typeface="Red Hat Display"/>
              <a:buNone/>
              <a:defRPr/>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a:endParaRPr/>
          </a:p>
        </p:txBody>
      </p:sp>
      <p:sp>
        <p:nvSpPr>
          <p:cNvPr id="432" name="Google Shape;432;p22"/>
          <p:cNvSpPr txBox="1">
            <a:spLocks noGrp="1"/>
          </p:cNvSpPr>
          <p:nvPr>
            <p:ph type="subTitle" idx="13"/>
          </p:nvPr>
        </p:nvSpPr>
        <p:spPr>
          <a:xfrm>
            <a:off x="7278029" y="2826127"/>
            <a:ext cx="1637400" cy="301500"/>
          </a:xfrm>
          <a:prstGeom prst="rect">
            <a:avLst/>
          </a:prstGeom>
        </p:spPr>
        <p:txBody>
          <a:bodyPr spcFirstLastPara="1" wrap="square" lIns="0" tIns="91425" rIns="91425" bIns="91425" anchor="t" anchorCtr="0">
            <a:noAutofit/>
          </a:bodyPr>
          <a:lstStyle>
            <a:lvl1pPr lvl="0">
              <a:spcBef>
                <a:spcPts val="0"/>
              </a:spcBef>
              <a:spcAft>
                <a:spcPts val="0"/>
              </a:spcAft>
              <a:buClr>
                <a:schemeClr val="dk2"/>
              </a:buClr>
              <a:buSzPts val="1200"/>
              <a:buFont typeface="Red Hat Display"/>
              <a:buNone/>
              <a:defRPr sz="1200">
                <a:solidFill>
                  <a:schemeClr val="dk2"/>
                </a:solidFill>
              </a:defRPr>
            </a:lvl1pPr>
            <a:lvl2pPr lvl="1">
              <a:spcBef>
                <a:spcPts val="0"/>
              </a:spcBef>
              <a:spcAft>
                <a:spcPts val="0"/>
              </a:spcAft>
              <a:buClr>
                <a:schemeClr val="dk2"/>
              </a:buClr>
              <a:buSzPts val="1200"/>
              <a:buFont typeface="Red Hat Display"/>
              <a:buNone/>
              <a:defRPr sz="1200">
                <a:solidFill>
                  <a:schemeClr val="dk2"/>
                </a:solidFill>
              </a:defRPr>
            </a:lvl2pPr>
            <a:lvl3pPr lvl="2">
              <a:spcBef>
                <a:spcPts val="0"/>
              </a:spcBef>
              <a:spcAft>
                <a:spcPts val="0"/>
              </a:spcAft>
              <a:buClr>
                <a:schemeClr val="dk2"/>
              </a:buClr>
              <a:buSzPts val="1200"/>
              <a:buFont typeface="Red Hat Display"/>
              <a:buNone/>
              <a:defRPr sz="1200">
                <a:solidFill>
                  <a:schemeClr val="dk2"/>
                </a:solidFill>
              </a:defRPr>
            </a:lvl3pPr>
            <a:lvl4pPr lvl="3">
              <a:spcBef>
                <a:spcPts val="0"/>
              </a:spcBef>
              <a:spcAft>
                <a:spcPts val="0"/>
              </a:spcAft>
              <a:buClr>
                <a:schemeClr val="dk2"/>
              </a:buClr>
              <a:buSzPts val="1200"/>
              <a:buFont typeface="Red Hat Display"/>
              <a:buNone/>
              <a:defRPr sz="1200">
                <a:solidFill>
                  <a:schemeClr val="dk2"/>
                </a:solidFill>
              </a:defRPr>
            </a:lvl4pPr>
            <a:lvl5pPr lvl="4">
              <a:spcBef>
                <a:spcPts val="0"/>
              </a:spcBef>
              <a:spcAft>
                <a:spcPts val="0"/>
              </a:spcAft>
              <a:buClr>
                <a:schemeClr val="dk2"/>
              </a:buClr>
              <a:buSzPts val="1200"/>
              <a:buFont typeface="Red Hat Display"/>
              <a:buNone/>
              <a:defRPr sz="1200">
                <a:solidFill>
                  <a:schemeClr val="dk2"/>
                </a:solidFill>
              </a:defRPr>
            </a:lvl5pPr>
            <a:lvl6pPr lvl="5">
              <a:spcBef>
                <a:spcPts val="0"/>
              </a:spcBef>
              <a:spcAft>
                <a:spcPts val="0"/>
              </a:spcAft>
              <a:buClr>
                <a:schemeClr val="dk2"/>
              </a:buClr>
              <a:buSzPts val="1200"/>
              <a:buFont typeface="Red Hat Display"/>
              <a:buNone/>
              <a:defRPr sz="1200">
                <a:solidFill>
                  <a:schemeClr val="dk2"/>
                </a:solidFill>
              </a:defRPr>
            </a:lvl6pPr>
            <a:lvl7pPr lvl="6">
              <a:spcBef>
                <a:spcPts val="0"/>
              </a:spcBef>
              <a:spcAft>
                <a:spcPts val="0"/>
              </a:spcAft>
              <a:buClr>
                <a:schemeClr val="dk2"/>
              </a:buClr>
              <a:buSzPts val="1200"/>
              <a:buFont typeface="Red Hat Display"/>
              <a:buNone/>
              <a:defRPr sz="1200">
                <a:solidFill>
                  <a:schemeClr val="dk2"/>
                </a:solidFill>
              </a:defRPr>
            </a:lvl7pPr>
            <a:lvl8pPr lvl="7">
              <a:spcBef>
                <a:spcPts val="0"/>
              </a:spcBef>
              <a:spcAft>
                <a:spcPts val="0"/>
              </a:spcAft>
              <a:buClr>
                <a:schemeClr val="dk2"/>
              </a:buClr>
              <a:buSzPts val="1200"/>
              <a:buFont typeface="Red Hat Display"/>
              <a:buNone/>
              <a:defRPr sz="1200">
                <a:solidFill>
                  <a:schemeClr val="dk2"/>
                </a:solidFill>
              </a:defRPr>
            </a:lvl8pPr>
            <a:lvl9pPr lvl="8">
              <a:spcBef>
                <a:spcPts val="0"/>
              </a:spcBef>
              <a:spcAft>
                <a:spcPts val="0"/>
              </a:spcAft>
              <a:buClr>
                <a:schemeClr val="dk2"/>
              </a:buClr>
              <a:buSzPts val="1200"/>
              <a:buFont typeface="Red Hat Display"/>
              <a:buNone/>
              <a:defRPr sz="1200">
                <a:solidFill>
                  <a:schemeClr val="dk2"/>
                </a:solidFill>
              </a:defRPr>
            </a:lvl9pPr>
          </a:lstStyle>
          <a:p>
            <a:endParaRPr/>
          </a:p>
        </p:txBody>
      </p:sp>
      <p:sp>
        <p:nvSpPr>
          <p:cNvPr id="433" name="Google Shape;433;p22"/>
          <p:cNvSpPr txBox="1">
            <a:spLocks noGrp="1"/>
          </p:cNvSpPr>
          <p:nvPr>
            <p:ph type="subTitle" idx="14"/>
          </p:nvPr>
        </p:nvSpPr>
        <p:spPr>
          <a:xfrm>
            <a:off x="7123375" y="3628000"/>
            <a:ext cx="1747800" cy="301500"/>
          </a:xfrm>
          <a:prstGeom prst="rect">
            <a:avLst/>
          </a:prstGeom>
        </p:spPr>
        <p:txBody>
          <a:bodyPr spcFirstLastPara="1" wrap="square" lIns="0" tIns="91425" rIns="91425" bIns="91425" anchor="b" anchorCtr="0">
            <a:noAutofit/>
          </a:bodyPr>
          <a:lstStyle>
            <a:lvl1pPr lvl="0">
              <a:spcBef>
                <a:spcPts val="0"/>
              </a:spcBef>
              <a:spcAft>
                <a:spcPts val="0"/>
              </a:spcAft>
              <a:buClr>
                <a:schemeClr val="lt1"/>
              </a:buClr>
              <a:buSzPts val="1400"/>
              <a:buFont typeface="Red Hat Display"/>
              <a:buNone/>
              <a:defRPr/>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a:endParaRPr/>
          </a:p>
        </p:txBody>
      </p:sp>
      <p:sp>
        <p:nvSpPr>
          <p:cNvPr id="434" name="Google Shape;434;p22"/>
          <p:cNvSpPr txBox="1">
            <a:spLocks noGrp="1"/>
          </p:cNvSpPr>
          <p:nvPr>
            <p:ph type="subTitle" idx="15"/>
          </p:nvPr>
        </p:nvSpPr>
        <p:spPr>
          <a:xfrm>
            <a:off x="7278029" y="3771650"/>
            <a:ext cx="1637400" cy="301500"/>
          </a:xfrm>
          <a:prstGeom prst="rect">
            <a:avLst/>
          </a:prstGeom>
        </p:spPr>
        <p:txBody>
          <a:bodyPr spcFirstLastPara="1" wrap="square" lIns="0" tIns="91425" rIns="91425" bIns="91425" anchor="t" anchorCtr="0">
            <a:noAutofit/>
          </a:bodyPr>
          <a:lstStyle>
            <a:lvl1pPr lvl="0">
              <a:spcBef>
                <a:spcPts val="0"/>
              </a:spcBef>
              <a:spcAft>
                <a:spcPts val="0"/>
              </a:spcAft>
              <a:buClr>
                <a:schemeClr val="dk2"/>
              </a:buClr>
              <a:buSzPts val="1200"/>
              <a:buFont typeface="Red Hat Display"/>
              <a:buNone/>
              <a:defRPr sz="1200">
                <a:solidFill>
                  <a:schemeClr val="dk2"/>
                </a:solidFill>
              </a:defRPr>
            </a:lvl1pPr>
            <a:lvl2pPr lvl="1">
              <a:spcBef>
                <a:spcPts val="0"/>
              </a:spcBef>
              <a:spcAft>
                <a:spcPts val="0"/>
              </a:spcAft>
              <a:buClr>
                <a:schemeClr val="dk2"/>
              </a:buClr>
              <a:buSzPts val="1200"/>
              <a:buFont typeface="Red Hat Display"/>
              <a:buNone/>
              <a:defRPr sz="1200">
                <a:solidFill>
                  <a:schemeClr val="dk2"/>
                </a:solidFill>
              </a:defRPr>
            </a:lvl2pPr>
            <a:lvl3pPr lvl="2">
              <a:spcBef>
                <a:spcPts val="0"/>
              </a:spcBef>
              <a:spcAft>
                <a:spcPts val="0"/>
              </a:spcAft>
              <a:buClr>
                <a:schemeClr val="dk2"/>
              </a:buClr>
              <a:buSzPts val="1200"/>
              <a:buFont typeface="Red Hat Display"/>
              <a:buNone/>
              <a:defRPr sz="1200">
                <a:solidFill>
                  <a:schemeClr val="dk2"/>
                </a:solidFill>
              </a:defRPr>
            </a:lvl3pPr>
            <a:lvl4pPr lvl="3">
              <a:spcBef>
                <a:spcPts val="0"/>
              </a:spcBef>
              <a:spcAft>
                <a:spcPts val="0"/>
              </a:spcAft>
              <a:buClr>
                <a:schemeClr val="dk2"/>
              </a:buClr>
              <a:buSzPts val="1200"/>
              <a:buFont typeface="Red Hat Display"/>
              <a:buNone/>
              <a:defRPr sz="1200">
                <a:solidFill>
                  <a:schemeClr val="dk2"/>
                </a:solidFill>
              </a:defRPr>
            </a:lvl4pPr>
            <a:lvl5pPr lvl="4">
              <a:spcBef>
                <a:spcPts val="0"/>
              </a:spcBef>
              <a:spcAft>
                <a:spcPts val="0"/>
              </a:spcAft>
              <a:buClr>
                <a:schemeClr val="dk2"/>
              </a:buClr>
              <a:buSzPts val="1200"/>
              <a:buFont typeface="Red Hat Display"/>
              <a:buNone/>
              <a:defRPr sz="1200">
                <a:solidFill>
                  <a:schemeClr val="dk2"/>
                </a:solidFill>
              </a:defRPr>
            </a:lvl5pPr>
            <a:lvl6pPr lvl="5">
              <a:spcBef>
                <a:spcPts val="0"/>
              </a:spcBef>
              <a:spcAft>
                <a:spcPts val="0"/>
              </a:spcAft>
              <a:buClr>
                <a:schemeClr val="dk2"/>
              </a:buClr>
              <a:buSzPts val="1200"/>
              <a:buFont typeface="Red Hat Display"/>
              <a:buNone/>
              <a:defRPr sz="1200">
                <a:solidFill>
                  <a:schemeClr val="dk2"/>
                </a:solidFill>
              </a:defRPr>
            </a:lvl6pPr>
            <a:lvl7pPr lvl="6">
              <a:spcBef>
                <a:spcPts val="0"/>
              </a:spcBef>
              <a:spcAft>
                <a:spcPts val="0"/>
              </a:spcAft>
              <a:buClr>
                <a:schemeClr val="dk2"/>
              </a:buClr>
              <a:buSzPts val="1200"/>
              <a:buFont typeface="Red Hat Display"/>
              <a:buNone/>
              <a:defRPr sz="1200">
                <a:solidFill>
                  <a:schemeClr val="dk2"/>
                </a:solidFill>
              </a:defRPr>
            </a:lvl7pPr>
            <a:lvl8pPr lvl="7">
              <a:spcBef>
                <a:spcPts val="0"/>
              </a:spcBef>
              <a:spcAft>
                <a:spcPts val="0"/>
              </a:spcAft>
              <a:buClr>
                <a:schemeClr val="dk2"/>
              </a:buClr>
              <a:buSzPts val="1200"/>
              <a:buFont typeface="Red Hat Display"/>
              <a:buNone/>
              <a:defRPr sz="1200">
                <a:solidFill>
                  <a:schemeClr val="dk2"/>
                </a:solidFill>
              </a:defRPr>
            </a:lvl8pPr>
            <a:lvl9pPr lvl="8">
              <a:spcBef>
                <a:spcPts val="0"/>
              </a:spcBef>
              <a:spcAft>
                <a:spcPts val="0"/>
              </a:spcAft>
              <a:buClr>
                <a:schemeClr val="dk2"/>
              </a:buClr>
              <a:buSzPts val="1200"/>
              <a:buFont typeface="Red Hat Display"/>
              <a:buNone/>
              <a:defRPr sz="1200">
                <a:solidFill>
                  <a:schemeClr val="dk2"/>
                </a:solidFill>
              </a:defRPr>
            </a:lvl9pPr>
          </a:lstStyle>
          <a:p>
            <a:endParaRPr/>
          </a:p>
        </p:txBody>
      </p:sp>
    </p:spTree>
    <p:extLst>
      <p:ext uri="{BB962C8B-B14F-4D97-AF65-F5344CB8AC3E}">
        <p14:creationId xmlns:p14="http://schemas.microsoft.com/office/powerpoint/2010/main" val="152027052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slide" type="blank">
  <p:cSld name="1_Title slide">
    <p:spTree>
      <p:nvGrpSpPr>
        <p:cNvPr id="1" name="Shape 9"/>
        <p:cNvGrpSpPr/>
        <p:nvPr/>
      </p:nvGrpSpPr>
      <p:grpSpPr>
        <a:xfrm>
          <a:off x="0" y="0"/>
          <a:ext cx="0" cy="0"/>
          <a:chOff x="0" y="0"/>
          <a:chExt cx="0" cy="0"/>
        </a:xfrm>
      </p:grpSpPr>
      <p:sp>
        <p:nvSpPr>
          <p:cNvPr id="25" name="Google Shape;25;p2"/>
          <p:cNvSpPr txBox="1">
            <a:spLocks noGrp="1"/>
          </p:cNvSpPr>
          <p:nvPr>
            <p:ph type="title"/>
          </p:nvPr>
        </p:nvSpPr>
        <p:spPr>
          <a:xfrm>
            <a:off x="3154650" y="3235981"/>
            <a:ext cx="5760900" cy="587700"/>
          </a:xfrm>
          <a:prstGeom prst="rect">
            <a:avLst/>
          </a:prstGeom>
        </p:spPr>
        <p:txBody>
          <a:bodyPr spcFirstLastPara="1" wrap="square" lIns="0" tIns="91425" rIns="91425" bIns="0" anchor="b" anchorCtr="0">
            <a:noAutofit/>
          </a:bodyPr>
          <a:lstStyle>
            <a:lvl1pPr lvl="0">
              <a:spcBef>
                <a:spcPts val="0"/>
              </a:spcBef>
              <a:spcAft>
                <a:spcPts val="0"/>
              </a:spcAft>
              <a:buNone/>
              <a:defRPr sz="4000"/>
            </a:lvl1pPr>
            <a:lvl2pPr lvl="1">
              <a:lnSpc>
                <a:spcPct val="115000"/>
              </a:lnSpc>
              <a:spcBef>
                <a:spcPts val="0"/>
              </a:spcBef>
              <a:spcAft>
                <a:spcPts val="0"/>
              </a:spcAft>
              <a:buNone/>
              <a:defRPr/>
            </a:lvl2pPr>
            <a:lvl3pPr lvl="2">
              <a:lnSpc>
                <a:spcPct val="115000"/>
              </a:lnSpc>
              <a:spcBef>
                <a:spcPts val="0"/>
              </a:spcBef>
              <a:spcAft>
                <a:spcPts val="0"/>
              </a:spcAft>
              <a:buNone/>
              <a:defRPr/>
            </a:lvl3pPr>
            <a:lvl4pPr lvl="3">
              <a:lnSpc>
                <a:spcPct val="115000"/>
              </a:lnSpc>
              <a:spcBef>
                <a:spcPts val="0"/>
              </a:spcBef>
              <a:spcAft>
                <a:spcPts val="0"/>
              </a:spcAft>
              <a:buNone/>
              <a:defRPr/>
            </a:lvl4pPr>
            <a:lvl5pPr lvl="4">
              <a:lnSpc>
                <a:spcPct val="115000"/>
              </a:lnSpc>
              <a:spcBef>
                <a:spcPts val="0"/>
              </a:spcBef>
              <a:spcAft>
                <a:spcPts val="0"/>
              </a:spcAft>
              <a:buNone/>
              <a:defRPr/>
            </a:lvl5pPr>
            <a:lvl6pPr lvl="5">
              <a:lnSpc>
                <a:spcPct val="115000"/>
              </a:lnSpc>
              <a:spcBef>
                <a:spcPts val="0"/>
              </a:spcBef>
              <a:spcAft>
                <a:spcPts val="0"/>
              </a:spcAft>
              <a:buNone/>
              <a:defRPr/>
            </a:lvl6pPr>
            <a:lvl7pPr lvl="6">
              <a:lnSpc>
                <a:spcPct val="115000"/>
              </a:lnSpc>
              <a:spcBef>
                <a:spcPts val="0"/>
              </a:spcBef>
              <a:spcAft>
                <a:spcPts val="0"/>
              </a:spcAft>
              <a:buNone/>
              <a:defRPr/>
            </a:lvl7pPr>
            <a:lvl8pPr lvl="7">
              <a:lnSpc>
                <a:spcPct val="115000"/>
              </a:lnSpc>
              <a:spcBef>
                <a:spcPts val="0"/>
              </a:spcBef>
              <a:spcAft>
                <a:spcPts val="0"/>
              </a:spcAft>
              <a:buNone/>
              <a:defRPr/>
            </a:lvl8pPr>
            <a:lvl9pPr lvl="8">
              <a:lnSpc>
                <a:spcPct val="115000"/>
              </a:lnSpc>
              <a:spcBef>
                <a:spcPts val="0"/>
              </a:spcBef>
              <a:spcAft>
                <a:spcPts val="0"/>
              </a:spcAft>
              <a:buNone/>
              <a:defRPr/>
            </a:lvl9pPr>
          </a:lstStyle>
          <a:p>
            <a:endParaRPr/>
          </a:p>
        </p:txBody>
      </p:sp>
      <p:sp>
        <p:nvSpPr>
          <p:cNvPr id="26" name="Google Shape;26;p2"/>
          <p:cNvSpPr txBox="1">
            <a:spLocks noGrp="1"/>
          </p:cNvSpPr>
          <p:nvPr>
            <p:ph type="subTitle" idx="1"/>
          </p:nvPr>
        </p:nvSpPr>
        <p:spPr>
          <a:xfrm>
            <a:off x="3154650" y="3875775"/>
            <a:ext cx="5760900" cy="506400"/>
          </a:xfrm>
          <a:prstGeom prst="rect">
            <a:avLst/>
          </a:prstGeom>
        </p:spPr>
        <p:txBody>
          <a:bodyPr spcFirstLastPara="1" wrap="square" lIns="91425" tIns="91425" rIns="91425" bIns="91425" anchor="t" anchorCtr="0">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extLst>
      <p:ext uri="{BB962C8B-B14F-4D97-AF65-F5344CB8AC3E}">
        <p14:creationId xmlns:p14="http://schemas.microsoft.com/office/powerpoint/2010/main" val="27208225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image" Target="../media/image5.png"/><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image" Target="../media/image4.png"/><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image" Target="../media/image3.pn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image" Target="../media/image2.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23">
            <a:extLst>
              <a:ext uri="{28A0092B-C50C-407E-A947-70E740481C1C}">
                <a14:useLocalDpi xmlns:a14="http://schemas.microsoft.com/office/drawing/2010/main" val="0"/>
              </a:ext>
            </a:extLst>
          </a:blip>
          <a:srcRect l="3613"/>
          <a:stretch/>
        </p:blipFill>
        <p:spPr>
          <a:xfrm>
            <a:off x="0" y="2002264"/>
            <a:ext cx="3027759" cy="3141236"/>
          </a:xfrm>
          <a:prstGeom prst="rect">
            <a:avLst/>
          </a:prstGeom>
        </p:spPr>
      </p:pic>
      <p:pic>
        <p:nvPicPr>
          <p:cNvPr id="7" name="Picture 6"/>
          <p:cNvPicPr>
            <a:picLocks noChangeAspect="1"/>
          </p:cNvPicPr>
          <p:nvPr/>
        </p:nvPicPr>
        <p:blipFill rotWithShape="1">
          <a:blip r:embed="rId24">
            <a:extLst>
              <a:ext uri="{28A0092B-C50C-407E-A947-70E740481C1C}">
                <a14:useLocalDpi xmlns:a14="http://schemas.microsoft.com/office/drawing/2010/main" val="0"/>
              </a:ext>
            </a:extLst>
          </a:blip>
          <a:srcRect l="35640"/>
          <a:stretch/>
        </p:blipFill>
        <p:spPr>
          <a:xfrm>
            <a:off x="0" y="2169261"/>
            <a:ext cx="1141809" cy="1774090"/>
          </a:xfrm>
          <a:prstGeom prst="rect">
            <a:avLst/>
          </a:prstGeom>
        </p:spPr>
      </p:pic>
      <p:sp>
        <p:nvSpPr>
          <p:cNvPr id="16" name="Oval 15"/>
          <p:cNvSpPr/>
          <p:nvPr/>
        </p:nvSpPr>
        <p:spPr>
          <a:xfrm>
            <a:off x="6456759" y="1257300"/>
            <a:ext cx="2114550" cy="211455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5">
            <a:extLst>
              <a:ext uri="{28A0092B-C50C-407E-A947-70E740481C1C}">
                <a14:useLocalDpi xmlns:a14="http://schemas.microsoft.com/office/drawing/2010/main" val="0"/>
              </a:ext>
            </a:extLst>
          </a:blip>
          <a:srcRect t="28813"/>
          <a:stretch/>
        </p:blipFill>
        <p:spPr>
          <a:xfrm>
            <a:off x="5999560" y="1"/>
            <a:ext cx="1202540" cy="856055"/>
          </a:xfrm>
          <a:prstGeom prst="rect">
            <a:avLst/>
          </a:prstGeom>
        </p:spPr>
      </p:pic>
      <p:pic>
        <p:nvPicPr>
          <p:cNvPr id="10" name="Picture 9"/>
          <p:cNvPicPr>
            <a:picLocks noChangeAspect="1"/>
          </p:cNvPicPr>
          <p:nvPr/>
        </p:nvPicPr>
        <p:blipFill rotWithShape="1">
          <a:blip r:embed="rId26">
            <a:extLst>
              <a:ext uri="{28A0092B-C50C-407E-A947-70E740481C1C}">
                <a14:useLocalDpi xmlns:a14="http://schemas.microsoft.com/office/drawing/2010/main" val="0"/>
              </a:ext>
            </a:extLst>
          </a:blip>
          <a:srcRect b="23320"/>
          <a:stretch/>
        </p:blipFill>
        <p:spPr>
          <a:xfrm>
            <a:off x="6454408" y="4572000"/>
            <a:ext cx="745301" cy="571500"/>
          </a:xfrm>
          <a:prstGeom prst="rect">
            <a:avLst/>
          </a:prstGeom>
        </p:spPr>
      </p:pic>
      <p:sp>
        <p:nvSpPr>
          <p:cNvPr id="14" name="Rectangle 13"/>
          <p:cNvSpPr/>
          <p:nvPr/>
        </p:nvSpPr>
        <p:spPr>
          <a:xfrm>
            <a:off x="7828359" y="0"/>
            <a:ext cx="514350" cy="85725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484584" y="339538"/>
            <a:ext cx="7053542" cy="1050398"/>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827484" y="1539689"/>
            <a:ext cx="6709906" cy="314661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7616730" y="1343026"/>
            <a:ext cx="742949" cy="228599"/>
          </a:xfrm>
          <a:prstGeom prst="rect">
            <a:avLst/>
          </a:prstGeom>
        </p:spPr>
        <p:txBody>
          <a:bodyPr vert="horz" lIns="91440" tIns="45720" rIns="91440" bIns="45720" rtlCol="0" anchor="t"/>
          <a:lstStyle>
            <a:lvl1pPr algn="l">
              <a:defRPr sz="825" b="0" i="0">
                <a:solidFill>
                  <a:schemeClr val="tx1">
                    <a:tint val="75000"/>
                    <a:alpha val="60000"/>
                  </a:schemeClr>
                </a:solidFill>
              </a:defRPr>
            </a:lvl1pPr>
          </a:lstStyle>
          <a:p>
            <a:fld id="{FD996AD6-6F66-4B87-8509-5565370DA783}" type="datetimeFigureOut">
              <a:rPr lang="en-IN" smtClean="0"/>
              <a:t>24-08-2026</a:t>
            </a:fld>
            <a:endParaRPr lang="en-IN"/>
          </a:p>
        </p:txBody>
      </p:sp>
      <p:sp>
        <p:nvSpPr>
          <p:cNvPr id="5" name="Footer Placeholder 4"/>
          <p:cNvSpPr>
            <a:spLocks noGrp="1"/>
          </p:cNvSpPr>
          <p:nvPr>
            <p:ph type="ftr" sz="quarter" idx="3"/>
          </p:nvPr>
        </p:nvSpPr>
        <p:spPr>
          <a:xfrm rot="5400000">
            <a:off x="6713680" y="2418973"/>
            <a:ext cx="2894846" cy="228601"/>
          </a:xfrm>
          <a:prstGeom prst="rect">
            <a:avLst/>
          </a:prstGeom>
        </p:spPr>
        <p:txBody>
          <a:bodyPr vert="horz" lIns="91440" tIns="45720" rIns="91440" bIns="45720" rtlCol="0" anchor="b"/>
          <a:lstStyle>
            <a:lvl1pPr algn="l">
              <a:defRPr sz="825" b="0" i="0">
                <a:solidFill>
                  <a:schemeClr val="tx1">
                    <a:tint val="75000"/>
                    <a:alpha val="60000"/>
                  </a:schemeClr>
                </a:solidFill>
              </a:defRPr>
            </a:lvl1pPr>
          </a:lstStyle>
          <a:p>
            <a:endParaRPr lang="en-IN"/>
          </a:p>
        </p:txBody>
      </p:sp>
      <p:sp>
        <p:nvSpPr>
          <p:cNvPr id="6" name="Slide Number Placeholder 5"/>
          <p:cNvSpPr>
            <a:spLocks noGrp="1"/>
          </p:cNvSpPr>
          <p:nvPr>
            <p:ph type="sldNum" sz="quarter" idx="4"/>
          </p:nvPr>
        </p:nvSpPr>
        <p:spPr bwMode="gray">
          <a:xfrm>
            <a:off x="7764406" y="221797"/>
            <a:ext cx="628649" cy="575765"/>
          </a:xfrm>
          <a:prstGeom prst="rect">
            <a:avLst/>
          </a:prstGeom>
        </p:spPr>
        <p:txBody>
          <a:bodyPr vert="horz" lIns="91440" tIns="45720" rIns="91440" bIns="45720" rtlCol="0" anchor="b"/>
          <a:lstStyle>
            <a:lvl1pPr algn="ctr">
              <a:defRPr sz="2100" b="0" i="0">
                <a:solidFill>
                  <a:schemeClr val="tx1">
                    <a:tint val="75000"/>
                  </a:schemeClr>
                </a:solidFill>
              </a:defRPr>
            </a:lvl1pPr>
          </a:lstStyle>
          <a:p>
            <a:fld id="{02C1A94C-307B-4708-A2BD-A93DD5CA848D}" type="slidenum">
              <a:rPr lang="en-IN" smtClean="0"/>
              <a:t>‹#›</a:t>
            </a:fld>
            <a:endParaRPr lang="en-IN"/>
          </a:p>
        </p:txBody>
      </p:sp>
    </p:spTree>
    <p:extLst>
      <p:ext uri="{BB962C8B-B14F-4D97-AF65-F5344CB8AC3E}">
        <p14:creationId xmlns:p14="http://schemas.microsoft.com/office/powerpoint/2010/main" val="2372249977"/>
      </p:ext>
    </p:extLst>
  </p:cSld>
  <p:clrMap bg1="dk1" tx1="lt1" bg2="dk2" tx2="lt2" accent1="accent1" accent2="accent2" accent3="accent3" accent4="accent4" accent5="accent5" accent6="accent6" hlink="hlink" folHlink="folHlink"/>
  <p:sldLayoutIdLst>
    <p:sldLayoutId id="2147483739" r:id="rId1"/>
    <p:sldLayoutId id="2147483740" r:id="rId2"/>
    <p:sldLayoutId id="2147483741" r:id="rId3"/>
    <p:sldLayoutId id="2147483742" r:id="rId4"/>
    <p:sldLayoutId id="2147483743" r:id="rId5"/>
    <p:sldLayoutId id="2147483744" r:id="rId6"/>
    <p:sldLayoutId id="2147483745" r:id="rId7"/>
    <p:sldLayoutId id="2147483746" r:id="rId8"/>
    <p:sldLayoutId id="2147483747" r:id="rId9"/>
    <p:sldLayoutId id="2147483748" r:id="rId10"/>
    <p:sldLayoutId id="2147483749" r:id="rId11"/>
    <p:sldLayoutId id="2147483750" r:id="rId12"/>
    <p:sldLayoutId id="2147483751" r:id="rId13"/>
    <p:sldLayoutId id="2147483752" r:id="rId14"/>
    <p:sldLayoutId id="2147483753" r:id="rId15"/>
    <p:sldLayoutId id="2147483754" r:id="rId16"/>
    <p:sldLayoutId id="2147483755" r:id="rId17"/>
    <p:sldLayoutId id="2147483756" r:id="rId18"/>
    <p:sldLayoutId id="2147483757" r:id="rId19"/>
    <p:sldLayoutId id="2147483758" r:id="rId20"/>
    <p:sldLayoutId id="2147483759" r:id="rId21"/>
  </p:sldLayoutIdLst>
  <p:hf sldNum="0" hdr="0" ftr="0" dt="0"/>
  <p:txStyles>
    <p:titleStyle>
      <a:lvl1pPr algn="l" defTabSz="342900" rtl="0" eaLnBrk="1" latinLnBrk="0" hangingPunct="1">
        <a:spcBef>
          <a:spcPct val="0"/>
        </a:spcBef>
        <a:buNone/>
        <a:defRPr sz="315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57175" indent="-257175" algn="l" defTabSz="342900" rtl="0" eaLnBrk="1" latinLnBrk="0" hangingPunct="1">
        <a:spcBef>
          <a:spcPts val="750"/>
        </a:spcBef>
        <a:spcAft>
          <a:spcPts val="0"/>
        </a:spcAft>
        <a:buClr>
          <a:schemeClr val="bg2">
            <a:lumMod val="40000"/>
            <a:lumOff val="60000"/>
          </a:schemeClr>
        </a:buClr>
        <a:buSzPct val="80000"/>
        <a:buFont typeface="Wingdings 3" charset="2"/>
        <a:buChar char=""/>
        <a:defRPr sz="1500" b="0" i="0" kern="1200">
          <a:solidFill>
            <a:schemeClr val="tx1"/>
          </a:solidFill>
          <a:latin typeface="+mj-lt"/>
          <a:ea typeface="+mj-ea"/>
          <a:cs typeface="+mj-cs"/>
        </a:defRPr>
      </a:lvl1pPr>
      <a:lvl2pPr marL="557213" indent="-214313" algn="l" defTabSz="342900" rtl="0" eaLnBrk="1" latinLnBrk="0" hangingPunct="1">
        <a:spcBef>
          <a:spcPts val="750"/>
        </a:spcBef>
        <a:spcAft>
          <a:spcPts val="0"/>
        </a:spcAft>
        <a:buClr>
          <a:schemeClr val="bg2">
            <a:lumMod val="40000"/>
            <a:lumOff val="60000"/>
          </a:schemeClr>
        </a:buClr>
        <a:buSzPct val="80000"/>
        <a:buFont typeface="Wingdings 3" charset="2"/>
        <a:buChar char=""/>
        <a:defRPr sz="1350" b="0" i="0" kern="1200">
          <a:solidFill>
            <a:schemeClr val="tx1"/>
          </a:solidFill>
          <a:latin typeface="+mj-lt"/>
          <a:ea typeface="+mj-ea"/>
          <a:cs typeface="+mj-cs"/>
        </a:defRPr>
      </a:lvl2pPr>
      <a:lvl3pPr marL="857250" indent="-171450" algn="l" defTabSz="342900" rtl="0" eaLnBrk="1" latinLnBrk="0" hangingPunct="1">
        <a:spcBef>
          <a:spcPts val="750"/>
        </a:spcBef>
        <a:spcAft>
          <a:spcPts val="0"/>
        </a:spcAft>
        <a:buClr>
          <a:schemeClr val="bg2">
            <a:lumMod val="40000"/>
            <a:lumOff val="60000"/>
          </a:schemeClr>
        </a:buClr>
        <a:buSzPct val="80000"/>
        <a:buFont typeface="Wingdings 3" charset="2"/>
        <a:buChar char=""/>
        <a:defRPr sz="1200" b="0" i="0" kern="1200">
          <a:solidFill>
            <a:schemeClr val="tx1"/>
          </a:solidFill>
          <a:latin typeface="+mj-lt"/>
          <a:ea typeface="+mj-ea"/>
          <a:cs typeface="+mj-cs"/>
        </a:defRPr>
      </a:lvl3pPr>
      <a:lvl4pPr marL="1200150" indent="-171450" algn="l" defTabSz="342900" rtl="0" eaLnBrk="1" latinLnBrk="0" hangingPunct="1">
        <a:spcBef>
          <a:spcPts val="750"/>
        </a:spcBef>
        <a:spcAft>
          <a:spcPts val="0"/>
        </a:spcAft>
        <a:buClr>
          <a:schemeClr val="bg2">
            <a:lumMod val="40000"/>
            <a:lumOff val="60000"/>
          </a:schemeClr>
        </a:buClr>
        <a:buSzPct val="80000"/>
        <a:buFont typeface="Wingdings 3" charset="2"/>
        <a:buChar char=""/>
        <a:defRPr sz="1050" b="0" i="0" kern="1200">
          <a:solidFill>
            <a:schemeClr val="tx1"/>
          </a:solidFill>
          <a:latin typeface="+mj-lt"/>
          <a:ea typeface="+mj-ea"/>
          <a:cs typeface="+mj-cs"/>
        </a:defRPr>
      </a:lvl4pPr>
      <a:lvl5pPr marL="1543050" indent="-171450" algn="l" defTabSz="342900" rtl="0" eaLnBrk="1" latinLnBrk="0" hangingPunct="1">
        <a:spcBef>
          <a:spcPts val="750"/>
        </a:spcBef>
        <a:spcAft>
          <a:spcPts val="0"/>
        </a:spcAft>
        <a:buClr>
          <a:schemeClr val="bg2">
            <a:lumMod val="40000"/>
            <a:lumOff val="60000"/>
          </a:schemeClr>
        </a:buClr>
        <a:buSzPct val="80000"/>
        <a:buFont typeface="Wingdings 3" charset="2"/>
        <a:buChar char=""/>
        <a:defRPr sz="1050" b="0" i="0" kern="1200">
          <a:solidFill>
            <a:schemeClr val="tx1"/>
          </a:solidFill>
          <a:latin typeface="+mj-lt"/>
          <a:ea typeface="+mj-ea"/>
          <a:cs typeface="+mj-cs"/>
        </a:defRPr>
      </a:lvl5pPr>
      <a:lvl6pPr marL="1879500" indent="-171450" algn="l" defTabSz="342900" rtl="0" eaLnBrk="1" latinLnBrk="0" hangingPunct="1">
        <a:spcBef>
          <a:spcPts val="750"/>
        </a:spcBef>
        <a:spcAft>
          <a:spcPts val="0"/>
        </a:spcAft>
        <a:buClr>
          <a:schemeClr val="bg2">
            <a:lumMod val="40000"/>
            <a:lumOff val="60000"/>
          </a:schemeClr>
        </a:buClr>
        <a:buSzPct val="80000"/>
        <a:buFont typeface="Wingdings 3" charset="2"/>
        <a:buChar char=""/>
        <a:defRPr sz="1050" b="0" i="0" kern="1200">
          <a:solidFill>
            <a:schemeClr val="tx1"/>
          </a:solidFill>
          <a:latin typeface="+mj-lt"/>
          <a:ea typeface="+mj-ea"/>
          <a:cs typeface="+mj-cs"/>
        </a:defRPr>
      </a:lvl6pPr>
      <a:lvl7pPr marL="2228850" indent="-171450" algn="l" defTabSz="342900" rtl="0" eaLnBrk="1" latinLnBrk="0" hangingPunct="1">
        <a:spcBef>
          <a:spcPts val="750"/>
        </a:spcBef>
        <a:spcAft>
          <a:spcPts val="0"/>
        </a:spcAft>
        <a:buClr>
          <a:schemeClr val="bg2">
            <a:lumMod val="40000"/>
            <a:lumOff val="60000"/>
          </a:schemeClr>
        </a:buClr>
        <a:buSzPct val="80000"/>
        <a:buFont typeface="Wingdings 3" charset="2"/>
        <a:buChar char=""/>
        <a:defRPr sz="1050" b="0" i="0" kern="1200">
          <a:solidFill>
            <a:schemeClr val="tx1"/>
          </a:solidFill>
          <a:latin typeface="+mj-lt"/>
          <a:ea typeface="+mj-ea"/>
          <a:cs typeface="+mj-cs"/>
        </a:defRPr>
      </a:lvl7pPr>
      <a:lvl8pPr marL="2571750" indent="-171450" algn="l" defTabSz="342900" rtl="0" eaLnBrk="1" latinLnBrk="0" hangingPunct="1">
        <a:spcBef>
          <a:spcPts val="750"/>
        </a:spcBef>
        <a:spcAft>
          <a:spcPts val="0"/>
        </a:spcAft>
        <a:buClr>
          <a:schemeClr val="bg2">
            <a:lumMod val="40000"/>
            <a:lumOff val="60000"/>
          </a:schemeClr>
        </a:buClr>
        <a:buSzPct val="80000"/>
        <a:buFont typeface="Wingdings 3" charset="2"/>
        <a:buChar char=""/>
        <a:defRPr sz="1050" b="0" i="0" kern="1200">
          <a:solidFill>
            <a:schemeClr val="tx1"/>
          </a:solidFill>
          <a:latin typeface="+mj-lt"/>
          <a:ea typeface="+mj-ea"/>
          <a:cs typeface="+mj-cs"/>
        </a:defRPr>
      </a:lvl8pPr>
      <a:lvl9pPr marL="2914650" indent="-171450" algn="l" defTabSz="342900" rtl="0" eaLnBrk="1" latinLnBrk="0" hangingPunct="1">
        <a:spcBef>
          <a:spcPts val="750"/>
        </a:spcBef>
        <a:spcAft>
          <a:spcPts val="0"/>
        </a:spcAft>
        <a:buClr>
          <a:schemeClr val="bg2">
            <a:lumMod val="40000"/>
            <a:lumOff val="60000"/>
          </a:schemeClr>
        </a:buClr>
        <a:buSzPct val="80000"/>
        <a:buFont typeface="Wingdings 3" charset="2"/>
        <a:buChar char=""/>
        <a:defRPr sz="1050" b="0" i="0" kern="1200">
          <a:solidFill>
            <a:schemeClr val="tx1"/>
          </a:solidFill>
          <a:latin typeface="+mj-lt"/>
          <a:ea typeface="+mj-ea"/>
          <a:cs typeface="+mj-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0.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0.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0.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0.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47"/>
        <p:cNvGrpSpPr/>
        <p:nvPr/>
      </p:nvGrpSpPr>
      <p:grpSpPr>
        <a:xfrm>
          <a:off x="0" y="0"/>
          <a:ext cx="0" cy="0"/>
          <a:chOff x="0" y="0"/>
          <a:chExt cx="0" cy="0"/>
        </a:xfrm>
      </p:grpSpPr>
      <p:sp>
        <p:nvSpPr>
          <p:cNvPr id="548" name="Google Shape;548;p43"/>
          <p:cNvSpPr txBox="1">
            <a:spLocks noGrp="1"/>
          </p:cNvSpPr>
          <p:nvPr>
            <p:ph type="title"/>
          </p:nvPr>
        </p:nvSpPr>
        <p:spPr>
          <a:xfrm>
            <a:off x="274200" y="1069300"/>
            <a:ext cx="6245400" cy="2050800"/>
          </a:xfrm>
          <a:prstGeom prst="rect">
            <a:avLst/>
          </a:prstGeom>
        </p:spPr>
        <p:txBody>
          <a:bodyPr spcFirstLastPara="1" wrap="square" lIns="0" tIns="91425" rIns="91425" bIns="0" anchor="b" anchorCtr="0">
            <a:noAutofit/>
          </a:bodyPr>
          <a:lstStyle/>
          <a:p>
            <a:pPr marL="0" lvl="0" indent="0" algn="l" rtl="0">
              <a:spcBef>
                <a:spcPts val="0"/>
              </a:spcBef>
              <a:spcAft>
                <a:spcPts val="0"/>
              </a:spcAft>
              <a:buNone/>
            </a:pPr>
            <a:r>
              <a:rPr lang="en" sz="3300"/>
              <a:t>DNA Sequence Analysis Tool using Boyer–Moore String Matching Algorithm </a:t>
            </a:r>
            <a:endParaRPr sz="2000">
              <a:solidFill>
                <a:schemeClr val="dk2"/>
              </a:solidFill>
            </a:endParaRPr>
          </a:p>
        </p:txBody>
      </p:sp>
      <p:sp>
        <p:nvSpPr>
          <p:cNvPr id="549" name="Google Shape;549;p43"/>
          <p:cNvSpPr txBox="1"/>
          <p:nvPr/>
        </p:nvSpPr>
        <p:spPr>
          <a:xfrm>
            <a:off x="5863050" y="3863325"/>
            <a:ext cx="2996100" cy="1106100"/>
          </a:xfrm>
          <a:prstGeom prst="rect">
            <a:avLst/>
          </a:prstGeom>
          <a:noFill/>
          <a:ln>
            <a:noFill/>
          </a:ln>
        </p:spPr>
        <p:txBody>
          <a:bodyPr spcFirstLastPara="1" wrap="square" lIns="0" tIns="0" rIns="0" bIns="0" anchor="ctr" anchorCtr="0">
            <a:noAutofit/>
          </a:bodyPr>
          <a:lstStyle/>
          <a:p>
            <a:pPr marL="0" lvl="0" indent="0" algn="ctr" rtl="0">
              <a:lnSpc>
                <a:spcPct val="90000"/>
              </a:lnSpc>
              <a:spcBef>
                <a:spcPts val="0"/>
              </a:spcBef>
              <a:spcAft>
                <a:spcPts val="0"/>
              </a:spcAft>
              <a:buNone/>
            </a:pPr>
            <a:r>
              <a:rPr lang="en" sz="1600">
                <a:solidFill>
                  <a:schemeClr val="lt2"/>
                </a:solidFill>
                <a:latin typeface="Red Hat Display"/>
                <a:ea typeface="Red Hat Display"/>
                <a:cs typeface="Red Hat Display"/>
                <a:sym typeface="Red Hat Display"/>
              </a:rPr>
              <a:t>2520030575 - M.LIKHITHA</a:t>
            </a:r>
            <a:endParaRPr sz="1600">
              <a:solidFill>
                <a:schemeClr val="lt2"/>
              </a:solidFill>
              <a:latin typeface="Red Hat Display"/>
              <a:ea typeface="Red Hat Display"/>
              <a:cs typeface="Red Hat Display"/>
              <a:sym typeface="Red Hat Display"/>
            </a:endParaRPr>
          </a:p>
          <a:p>
            <a:pPr marL="0" lvl="0" indent="0" algn="ctr" rtl="0">
              <a:lnSpc>
                <a:spcPct val="90000"/>
              </a:lnSpc>
              <a:spcBef>
                <a:spcPts val="0"/>
              </a:spcBef>
              <a:spcAft>
                <a:spcPts val="0"/>
              </a:spcAft>
              <a:buNone/>
            </a:pPr>
            <a:r>
              <a:rPr lang="en" sz="1600">
                <a:solidFill>
                  <a:schemeClr val="lt2"/>
                </a:solidFill>
                <a:latin typeface="Red Hat Display"/>
                <a:ea typeface="Red Hat Display"/>
                <a:cs typeface="Red Hat Display"/>
                <a:sym typeface="Red Hat Display"/>
              </a:rPr>
              <a:t>2520030022 - AVSNR AKHILA</a:t>
            </a:r>
            <a:endParaRPr sz="1600">
              <a:solidFill>
                <a:schemeClr val="lt2"/>
              </a:solidFill>
              <a:latin typeface="Red Hat Display"/>
              <a:ea typeface="Red Hat Display"/>
              <a:cs typeface="Red Hat Display"/>
              <a:sym typeface="Red Hat Display"/>
            </a:endParaRPr>
          </a:p>
          <a:p>
            <a:pPr marL="0" lvl="0" indent="0" algn="ctr" rtl="0">
              <a:lnSpc>
                <a:spcPct val="90000"/>
              </a:lnSpc>
              <a:spcBef>
                <a:spcPts val="0"/>
              </a:spcBef>
              <a:spcAft>
                <a:spcPts val="0"/>
              </a:spcAft>
              <a:buNone/>
            </a:pPr>
            <a:r>
              <a:rPr lang="en" sz="1600">
                <a:solidFill>
                  <a:schemeClr val="lt2"/>
                </a:solidFill>
                <a:latin typeface="Red Hat Display"/>
                <a:ea typeface="Red Hat Display"/>
                <a:cs typeface="Red Hat Display"/>
                <a:sym typeface="Red Hat Display"/>
              </a:rPr>
              <a:t>2520030198 - K. VAISHNAVI</a:t>
            </a:r>
            <a:endParaRPr sz="1600">
              <a:solidFill>
                <a:schemeClr val="lt2"/>
              </a:solidFill>
              <a:latin typeface="Red Hat Display"/>
              <a:ea typeface="Red Hat Display"/>
              <a:cs typeface="Red Hat Display"/>
              <a:sym typeface="Red Hat Display"/>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53"/>
        <p:cNvGrpSpPr/>
        <p:nvPr/>
      </p:nvGrpSpPr>
      <p:grpSpPr>
        <a:xfrm>
          <a:off x="0" y="0"/>
          <a:ext cx="0" cy="0"/>
          <a:chOff x="0" y="0"/>
          <a:chExt cx="0" cy="0"/>
        </a:xfrm>
      </p:grpSpPr>
      <p:sp>
        <p:nvSpPr>
          <p:cNvPr id="554" name="Google Shape;554;p44"/>
          <p:cNvSpPr txBox="1">
            <a:spLocks noGrp="1"/>
          </p:cNvSpPr>
          <p:nvPr>
            <p:ph type="title"/>
          </p:nvPr>
        </p:nvSpPr>
        <p:spPr>
          <a:xfrm>
            <a:off x="407250" y="228600"/>
            <a:ext cx="8329500" cy="489334"/>
          </a:xfrm>
          <a:prstGeom prst="rect">
            <a:avLst/>
          </a:prstGeom>
        </p:spPr>
        <p:txBody>
          <a:bodyPr spcFirstLastPara="1" wrap="square" lIns="0" tIns="91425" rIns="91425" bIns="91425" anchor="t" anchorCtr="0">
            <a:spAutoFit/>
          </a:bodyPr>
          <a:lstStyle/>
          <a:p>
            <a:pPr marL="0" lvl="0" indent="0" algn="l" rtl="0">
              <a:spcBef>
                <a:spcPts val="0"/>
              </a:spcBef>
              <a:spcAft>
                <a:spcPts val="0"/>
              </a:spcAft>
              <a:buNone/>
            </a:pPr>
            <a:r>
              <a:rPr lang="en" sz="2200" dirty="0"/>
              <a:t>ABSTRACT</a:t>
            </a:r>
            <a:endParaRPr sz="2200" dirty="0">
              <a:solidFill>
                <a:schemeClr val="dk2"/>
              </a:solidFill>
            </a:endParaRPr>
          </a:p>
        </p:txBody>
      </p:sp>
      <p:sp>
        <p:nvSpPr>
          <p:cNvPr id="555" name="Google Shape;555;p44"/>
          <p:cNvSpPr txBox="1"/>
          <p:nvPr/>
        </p:nvSpPr>
        <p:spPr>
          <a:xfrm>
            <a:off x="352200" y="884400"/>
            <a:ext cx="8169600" cy="3826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000" dirty="0">
                <a:solidFill>
                  <a:schemeClr val="lt1"/>
                </a:solidFill>
              </a:rPr>
              <a:t>GeneScan is a DNA Sequence Analysis Tool developed using the Boyer–Moore String Matching Algorithm to efficiently search for specific DNA patterns or gene motifs. The system allows users to upload DNA sequences and search for desired patterns within them. It identifies and highlights matching regions while displaying the search time and number of character comparisons. GeneScan shows how advanced DSA string-matching techniques can be applied to real-world areas such as bioinformatics, genetics, and medical research. </a:t>
            </a:r>
            <a:endParaRPr sz="2000" dirty="0">
              <a:solidFill>
                <a:schemeClr val="lt1"/>
              </a:solidFill>
              <a:highlight>
                <a:schemeClr val="dk1"/>
              </a:highlight>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559"/>
        <p:cNvGrpSpPr/>
        <p:nvPr/>
      </p:nvGrpSpPr>
      <p:grpSpPr>
        <a:xfrm>
          <a:off x="0" y="0"/>
          <a:ext cx="0" cy="0"/>
          <a:chOff x="0" y="0"/>
          <a:chExt cx="0" cy="0"/>
        </a:xfrm>
      </p:grpSpPr>
      <p:sp>
        <p:nvSpPr>
          <p:cNvPr id="560" name="Google Shape;560;p45"/>
          <p:cNvSpPr txBox="1">
            <a:spLocks noGrp="1"/>
          </p:cNvSpPr>
          <p:nvPr>
            <p:ph type="title"/>
          </p:nvPr>
        </p:nvSpPr>
        <p:spPr>
          <a:xfrm>
            <a:off x="407250" y="228600"/>
            <a:ext cx="8329500" cy="489300"/>
          </a:xfrm>
          <a:prstGeom prst="rect">
            <a:avLst/>
          </a:prstGeom>
        </p:spPr>
        <p:txBody>
          <a:bodyPr spcFirstLastPara="1" wrap="square" lIns="0" tIns="91425" rIns="91425" bIns="91425" anchor="t" anchorCtr="0">
            <a:spAutoFit/>
          </a:bodyPr>
          <a:lstStyle/>
          <a:p>
            <a:pPr marL="0" lvl="0" indent="0" algn="l" rtl="0">
              <a:spcBef>
                <a:spcPts val="0"/>
              </a:spcBef>
              <a:spcAft>
                <a:spcPts val="0"/>
              </a:spcAft>
              <a:buNone/>
            </a:pPr>
            <a:r>
              <a:rPr lang="en" sz="2200" dirty="0"/>
              <a:t>PROBLEM STATEMENT</a:t>
            </a:r>
            <a:endParaRPr sz="2200" dirty="0">
              <a:solidFill>
                <a:schemeClr val="dk2"/>
              </a:solidFill>
            </a:endParaRPr>
          </a:p>
        </p:txBody>
      </p:sp>
      <p:sp>
        <p:nvSpPr>
          <p:cNvPr id="2" name="TextBox 1">
            <a:extLst>
              <a:ext uri="{FF2B5EF4-FFF2-40B4-BE49-F238E27FC236}">
                <a16:creationId xmlns:a16="http://schemas.microsoft.com/office/drawing/2014/main" id="{741E75D9-6745-09B4-F2D8-9C898A406BFB}"/>
              </a:ext>
            </a:extLst>
          </p:cNvPr>
          <p:cNvSpPr txBox="1"/>
          <p:nvPr/>
        </p:nvSpPr>
        <p:spPr>
          <a:xfrm>
            <a:off x="407250" y="1017528"/>
            <a:ext cx="8207361" cy="1754326"/>
          </a:xfrm>
          <a:prstGeom prst="rect">
            <a:avLst/>
          </a:prstGeom>
          <a:noFill/>
        </p:spPr>
        <p:txBody>
          <a:bodyPr wrap="square" rtlCol="0">
            <a:spAutoFit/>
          </a:bodyPr>
          <a:lstStyle/>
          <a:p>
            <a:r>
              <a:rPr lang="en-IN" dirty="0"/>
              <a:t>DNA sequences are very large, making it difficult and time-consuming to search for specific gene patterns using traditional methods. This project aims to develop a </a:t>
            </a:r>
            <a:r>
              <a:rPr lang="en-IN" b="1" dirty="0"/>
              <a:t>DNA Sequence Analysis Tool</a:t>
            </a:r>
            <a:r>
              <a:rPr lang="en-IN" dirty="0"/>
              <a:t> using the </a:t>
            </a:r>
            <a:r>
              <a:rPr lang="en-IN" b="1" dirty="0"/>
              <a:t>Boyer–Moore String Matching Algorithm</a:t>
            </a:r>
            <a:r>
              <a:rPr lang="en-IN" dirty="0"/>
              <a:t> to efficiently search for DNA motifs and display the results with improved </a:t>
            </a:r>
            <a:r>
              <a:rPr lang="en-IN" b="1" dirty="0"/>
              <a:t>speed and accuracy</a:t>
            </a:r>
            <a:r>
              <a:rPr lang="en-IN" dirty="0"/>
              <a:t>.</a:t>
            </a:r>
          </a:p>
          <a:p>
            <a:endParaRPr lang="en-IN"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565"/>
        <p:cNvGrpSpPr/>
        <p:nvPr/>
      </p:nvGrpSpPr>
      <p:grpSpPr>
        <a:xfrm>
          <a:off x="0" y="0"/>
          <a:ext cx="0" cy="0"/>
          <a:chOff x="0" y="0"/>
          <a:chExt cx="0" cy="0"/>
        </a:xfrm>
      </p:grpSpPr>
      <p:sp>
        <p:nvSpPr>
          <p:cNvPr id="566" name="Google Shape;566;p46"/>
          <p:cNvSpPr txBox="1">
            <a:spLocks noGrp="1"/>
          </p:cNvSpPr>
          <p:nvPr>
            <p:ph type="title"/>
          </p:nvPr>
        </p:nvSpPr>
        <p:spPr>
          <a:xfrm>
            <a:off x="370100" y="124275"/>
            <a:ext cx="7390500" cy="489300"/>
          </a:xfrm>
          <a:prstGeom prst="rect">
            <a:avLst/>
          </a:prstGeom>
        </p:spPr>
        <p:txBody>
          <a:bodyPr spcFirstLastPara="1" wrap="square" lIns="0" tIns="91425" rIns="91425" bIns="91425" anchor="t" anchorCtr="0">
            <a:spAutoFit/>
          </a:bodyPr>
          <a:lstStyle/>
          <a:p>
            <a:pPr marL="0" lvl="0" indent="0" algn="l" rtl="0">
              <a:spcBef>
                <a:spcPts val="0"/>
              </a:spcBef>
              <a:spcAft>
                <a:spcPts val="0"/>
              </a:spcAft>
              <a:buNone/>
            </a:pPr>
            <a:r>
              <a:rPr lang="en" sz="2200" dirty="0">
                <a:latin typeface="Red Hat Display" panose="020B0604020202020204" charset="0"/>
                <a:ea typeface="Red Hat Display" panose="020B0604020202020204" charset="0"/>
                <a:cs typeface="Red Hat Display" panose="020B0604020202020204" charset="0"/>
                <a:sym typeface="Arial"/>
              </a:rPr>
              <a:t>PROPOSED FUNCTIONALITIES</a:t>
            </a:r>
            <a:endParaRPr sz="4900" dirty="0">
              <a:latin typeface="Red Hat Display" panose="020B0604020202020204" charset="0"/>
              <a:ea typeface="Red Hat Display" panose="020B0604020202020204" charset="0"/>
              <a:cs typeface="Red Hat Display" panose="020B0604020202020204" charset="0"/>
            </a:endParaRPr>
          </a:p>
        </p:txBody>
      </p:sp>
      <p:sp>
        <p:nvSpPr>
          <p:cNvPr id="567" name="Google Shape;567;p46"/>
          <p:cNvSpPr txBox="1"/>
          <p:nvPr/>
        </p:nvSpPr>
        <p:spPr>
          <a:xfrm>
            <a:off x="1846675" y="1228475"/>
            <a:ext cx="7314300" cy="323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sz="900">
              <a:solidFill>
                <a:schemeClr val="lt1"/>
              </a:solidFill>
              <a:latin typeface="Red Hat Display"/>
              <a:ea typeface="Red Hat Display"/>
              <a:cs typeface="Red Hat Display"/>
              <a:sym typeface="Red Hat Display"/>
            </a:endParaRPr>
          </a:p>
        </p:txBody>
      </p:sp>
      <p:sp>
        <p:nvSpPr>
          <p:cNvPr id="568" name="Google Shape;568;p46"/>
          <p:cNvSpPr txBox="1"/>
          <p:nvPr/>
        </p:nvSpPr>
        <p:spPr>
          <a:xfrm>
            <a:off x="431775" y="901275"/>
            <a:ext cx="8325300" cy="3873300"/>
          </a:xfrm>
          <a:prstGeom prst="rect">
            <a:avLst/>
          </a:prstGeom>
          <a:noFill/>
          <a:ln>
            <a:noFill/>
          </a:ln>
        </p:spPr>
        <p:txBody>
          <a:bodyPr spcFirstLastPara="1" wrap="square" lIns="91425" tIns="91425" rIns="91425" bIns="91425" anchor="t" anchorCtr="0">
            <a:noAutofit/>
          </a:bodyPr>
          <a:lstStyle/>
          <a:p>
            <a:pPr marL="457200" lvl="0" indent="-368300" algn="l" rtl="0">
              <a:spcBef>
                <a:spcPts val="0"/>
              </a:spcBef>
              <a:spcAft>
                <a:spcPts val="0"/>
              </a:spcAft>
              <a:buClr>
                <a:schemeClr val="lt1"/>
              </a:buClr>
              <a:buSzPts val="2200"/>
              <a:buAutoNum type="arabicPeriod"/>
            </a:pPr>
            <a:r>
              <a:rPr lang="en" sz="2000" b="1" dirty="0">
                <a:solidFill>
                  <a:schemeClr val="lt1"/>
                </a:solidFill>
              </a:rPr>
              <a:t>DNA Sequence Input</a:t>
            </a:r>
            <a:r>
              <a:rPr lang="en" sz="2000" dirty="0">
                <a:solidFill>
                  <a:schemeClr val="lt1"/>
                </a:solidFill>
              </a:rPr>
              <a:t> – Enter a DNA sequence using A, T, G, and C.</a:t>
            </a:r>
            <a:endParaRPr sz="2000" dirty="0">
              <a:solidFill>
                <a:schemeClr val="lt1"/>
              </a:solidFill>
            </a:endParaRPr>
          </a:p>
          <a:p>
            <a:pPr marL="457200" lvl="0" indent="-368300" algn="l" rtl="0">
              <a:spcBef>
                <a:spcPts val="0"/>
              </a:spcBef>
              <a:spcAft>
                <a:spcPts val="0"/>
              </a:spcAft>
              <a:buClr>
                <a:schemeClr val="lt1"/>
              </a:buClr>
              <a:buSzPts val="2200"/>
              <a:buAutoNum type="arabicPeriod"/>
            </a:pPr>
            <a:r>
              <a:rPr lang="en" sz="2000" b="1" dirty="0">
                <a:solidFill>
                  <a:schemeClr val="lt1"/>
                </a:solidFill>
              </a:rPr>
              <a:t>Pattern Input</a:t>
            </a:r>
            <a:r>
              <a:rPr lang="en" sz="2000" dirty="0">
                <a:solidFill>
                  <a:schemeClr val="lt1"/>
                </a:solidFill>
              </a:rPr>
              <a:t> – Enter the DNA pattern to be searched.</a:t>
            </a:r>
            <a:endParaRPr sz="2000" dirty="0">
              <a:solidFill>
                <a:schemeClr val="lt1"/>
              </a:solidFill>
            </a:endParaRPr>
          </a:p>
          <a:p>
            <a:pPr marL="457200" lvl="0" indent="-368300" algn="l" rtl="0">
              <a:spcBef>
                <a:spcPts val="0"/>
              </a:spcBef>
              <a:spcAft>
                <a:spcPts val="0"/>
              </a:spcAft>
              <a:buClr>
                <a:schemeClr val="lt1"/>
              </a:buClr>
              <a:buSzPts val="2200"/>
              <a:buAutoNum type="arabicPeriod"/>
            </a:pPr>
            <a:r>
              <a:rPr lang="en" sz="2000" b="1" dirty="0">
                <a:solidFill>
                  <a:schemeClr val="lt1"/>
                </a:solidFill>
              </a:rPr>
              <a:t>Pattern Searching</a:t>
            </a:r>
            <a:r>
              <a:rPr lang="en" sz="2000" dirty="0">
                <a:solidFill>
                  <a:schemeClr val="lt1"/>
                </a:solidFill>
              </a:rPr>
              <a:t> – Use the </a:t>
            </a:r>
            <a:r>
              <a:rPr lang="en" sz="2000" b="1" dirty="0">
                <a:solidFill>
                  <a:schemeClr val="lt1"/>
                </a:solidFill>
              </a:rPr>
              <a:t>Boyer–Moore algorithm</a:t>
            </a:r>
            <a:r>
              <a:rPr lang="en" sz="2000" dirty="0">
                <a:solidFill>
                  <a:schemeClr val="lt1"/>
                </a:solidFill>
              </a:rPr>
              <a:t> to search the pattern efficiently.</a:t>
            </a:r>
            <a:endParaRPr sz="2000" dirty="0">
              <a:solidFill>
                <a:schemeClr val="lt1"/>
              </a:solidFill>
            </a:endParaRPr>
          </a:p>
          <a:p>
            <a:pPr marL="457200" lvl="0" indent="-368300" algn="l" rtl="0">
              <a:spcBef>
                <a:spcPts val="0"/>
              </a:spcBef>
              <a:spcAft>
                <a:spcPts val="0"/>
              </a:spcAft>
              <a:buClr>
                <a:schemeClr val="lt1"/>
              </a:buClr>
              <a:buSzPts val="2200"/>
              <a:buAutoNum type="arabicPeriod"/>
            </a:pPr>
            <a:r>
              <a:rPr lang="en" sz="2000" b="1" dirty="0">
                <a:solidFill>
                  <a:schemeClr val="lt1"/>
                </a:solidFill>
              </a:rPr>
              <a:t>Find All Matches</a:t>
            </a:r>
            <a:r>
              <a:rPr lang="en" sz="2000" dirty="0">
                <a:solidFill>
                  <a:schemeClr val="lt1"/>
                </a:solidFill>
              </a:rPr>
              <a:t> – Display all positions where the pattern occurs.</a:t>
            </a:r>
            <a:endParaRPr sz="2000" dirty="0">
              <a:solidFill>
                <a:schemeClr val="lt1"/>
              </a:solidFill>
            </a:endParaRPr>
          </a:p>
          <a:p>
            <a:pPr marL="457200" lvl="0" indent="-368300" algn="l" rtl="0">
              <a:spcBef>
                <a:spcPts val="0"/>
              </a:spcBef>
              <a:spcAft>
                <a:spcPts val="0"/>
              </a:spcAft>
              <a:buClr>
                <a:schemeClr val="lt1"/>
              </a:buClr>
              <a:buSzPts val="2200"/>
              <a:buAutoNum type="arabicPeriod"/>
            </a:pPr>
            <a:r>
              <a:rPr lang="en" sz="2000" b="1" dirty="0">
                <a:solidFill>
                  <a:schemeClr val="lt1"/>
                </a:solidFill>
              </a:rPr>
              <a:t>Sequence Validation</a:t>
            </a:r>
            <a:r>
              <a:rPr lang="en" sz="2000" dirty="0">
                <a:solidFill>
                  <a:schemeClr val="lt1"/>
                </a:solidFill>
              </a:rPr>
              <a:t> – Check whether the DNA sequence contains only valid bases.</a:t>
            </a:r>
            <a:endParaRPr sz="2000" dirty="0">
              <a:solidFill>
                <a:schemeClr val="lt1"/>
              </a:solidFill>
            </a:endParaRPr>
          </a:p>
          <a:p>
            <a:pPr marL="457200" lvl="0" indent="-368300" algn="l" rtl="0">
              <a:spcBef>
                <a:spcPts val="0"/>
              </a:spcBef>
              <a:spcAft>
                <a:spcPts val="0"/>
              </a:spcAft>
              <a:buClr>
                <a:schemeClr val="lt1"/>
              </a:buClr>
              <a:buSzPts val="2200"/>
              <a:buAutoNum type="arabicPeriod"/>
            </a:pPr>
            <a:r>
              <a:rPr lang="en" sz="2000" b="1" dirty="0">
                <a:solidFill>
                  <a:schemeClr val="lt1"/>
                </a:solidFill>
              </a:rPr>
              <a:t>Result Display</a:t>
            </a:r>
            <a:r>
              <a:rPr lang="en" sz="2000" dirty="0">
                <a:solidFill>
                  <a:schemeClr val="lt1"/>
                </a:solidFill>
              </a:rPr>
              <a:t> – Show whether the pattern was found and display the matching</a:t>
            </a:r>
            <a:endParaRPr sz="2000" dirty="0">
              <a:solidFill>
                <a:schemeClr val="lt1"/>
              </a:solidFill>
            </a:endParaRPr>
          </a:p>
          <a:p>
            <a:pPr marL="457200" lvl="0" indent="0" algn="l" rtl="0">
              <a:spcBef>
                <a:spcPts val="0"/>
              </a:spcBef>
              <a:spcAft>
                <a:spcPts val="0"/>
              </a:spcAft>
              <a:buNone/>
            </a:pPr>
            <a:endParaRPr sz="2000" b="1" dirty="0">
              <a:solidFill>
                <a:schemeClr val="lt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572"/>
        <p:cNvGrpSpPr/>
        <p:nvPr/>
      </p:nvGrpSpPr>
      <p:grpSpPr>
        <a:xfrm>
          <a:off x="0" y="0"/>
          <a:ext cx="0" cy="0"/>
          <a:chOff x="0" y="0"/>
          <a:chExt cx="0" cy="0"/>
        </a:xfrm>
      </p:grpSpPr>
      <p:sp>
        <p:nvSpPr>
          <p:cNvPr id="573" name="Google Shape;573;p47"/>
          <p:cNvSpPr txBox="1">
            <a:spLocks noGrp="1"/>
          </p:cNvSpPr>
          <p:nvPr>
            <p:ph type="title"/>
          </p:nvPr>
        </p:nvSpPr>
        <p:spPr>
          <a:xfrm>
            <a:off x="390725" y="0"/>
            <a:ext cx="7390500" cy="489300"/>
          </a:xfrm>
          <a:prstGeom prst="rect">
            <a:avLst/>
          </a:prstGeom>
        </p:spPr>
        <p:txBody>
          <a:bodyPr spcFirstLastPara="1" wrap="square" lIns="0" tIns="91425" rIns="91425" bIns="91425" anchor="t" anchorCtr="0">
            <a:spAutoFit/>
          </a:bodyPr>
          <a:lstStyle/>
          <a:p>
            <a:pPr marL="0" lvl="0" indent="0" algn="l" rtl="0">
              <a:spcBef>
                <a:spcPts val="0"/>
              </a:spcBef>
              <a:spcAft>
                <a:spcPts val="0"/>
              </a:spcAft>
              <a:buNone/>
            </a:pPr>
            <a:r>
              <a:rPr lang="en" sz="2200" dirty="0">
                <a:latin typeface="Red Hat Display" panose="020B0604020202020204" charset="0"/>
                <a:ea typeface="Red Hat Display" panose="020B0604020202020204" charset="0"/>
                <a:cs typeface="Red Hat Display" panose="020B0604020202020204" charset="0"/>
                <a:sym typeface="Arial"/>
              </a:rPr>
              <a:t>TOOLS AND TECHNOLOGIES TO BE USED</a:t>
            </a:r>
            <a:endParaRPr sz="4900" dirty="0">
              <a:latin typeface="Red Hat Display" panose="020B0604020202020204" charset="0"/>
              <a:ea typeface="Red Hat Display" panose="020B0604020202020204" charset="0"/>
              <a:cs typeface="Red Hat Display" panose="020B0604020202020204" charset="0"/>
            </a:endParaRPr>
          </a:p>
        </p:txBody>
      </p:sp>
      <p:sp>
        <p:nvSpPr>
          <p:cNvPr id="574" name="Google Shape;574;p47"/>
          <p:cNvSpPr txBox="1"/>
          <p:nvPr/>
        </p:nvSpPr>
        <p:spPr>
          <a:xfrm>
            <a:off x="1846675" y="1228475"/>
            <a:ext cx="7314300" cy="323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sz="900">
              <a:solidFill>
                <a:schemeClr val="lt1"/>
              </a:solidFill>
              <a:latin typeface="Red Hat Display"/>
              <a:ea typeface="Red Hat Display"/>
              <a:cs typeface="Red Hat Display"/>
              <a:sym typeface="Red Hat Display"/>
            </a:endParaRPr>
          </a:p>
        </p:txBody>
      </p:sp>
      <p:sp>
        <p:nvSpPr>
          <p:cNvPr id="575" name="Google Shape;575;p47"/>
          <p:cNvSpPr txBox="1"/>
          <p:nvPr/>
        </p:nvSpPr>
        <p:spPr>
          <a:xfrm>
            <a:off x="431775" y="542650"/>
            <a:ext cx="8325300" cy="4231800"/>
          </a:xfrm>
          <a:prstGeom prst="rect">
            <a:avLst/>
          </a:prstGeom>
          <a:noFill/>
          <a:ln>
            <a:noFill/>
          </a:ln>
        </p:spPr>
        <p:txBody>
          <a:bodyPr spcFirstLastPara="1" wrap="square" lIns="91425" tIns="91425" rIns="91425" bIns="91425" anchor="t" anchorCtr="0">
            <a:noAutofit/>
          </a:bodyPr>
          <a:lstStyle/>
          <a:p>
            <a:pPr marL="457200" lvl="0" indent="-355600" algn="l" rtl="0">
              <a:lnSpc>
                <a:spcPct val="115000"/>
              </a:lnSpc>
              <a:spcBef>
                <a:spcPts val="1200"/>
              </a:spcBef>
              <a:spcAft>
                <a:spcPts val="0"/>
              </a:spcAft>
              <a:buClr>
                <a:schemeClr val="lt1"/>
              </a:buClr>
              <a:buSzPts val="2000"/>
              <a:buAutoNum type="arabicPeriod"/>
            </a:pPr>
            <a:r>
              <a:rPr lang="en" sz="2000" b="1" dirty="0">
                <a:solidFill>
                  <a:schemeClr val="lt1"/>
                </a:solidFill>
              </a:rPr>
              <a:t>Programming Language :Java</a:t>
            </a:r>
            <a:r>
              <a:rPr lang="en" sz="2000" dirty="0">
                <a:solidFill>
                  <a:schemeClr val="lt1"/>
                </a:solidFill>
              </a:rPr>
              <a:t> – Implementation of Boyer–Moore </a:t>
            </a:r>
            <a:r>
              <a:rPr lang="en" sz="2000" b="1" dirty="0">
                <a:solidFill>
                  <a:schemeClr val="lt1"/>
                </a:solidFill>
              </a:rPr>
              <a:t>Core Algorithm : </a:t>
            </a:r>
            <a:r>
              <a:rPr lang="en" sz="2000" dirty="0">
                <a:solidFill>
                  <a:schemeClr val="lt1"/>
                </a:solidFill>
              </a:rPr>
              <a:t>Boyer–Moore String Matching </a:t>
            </a:r>
            <a:endParaRPr sz="2000" dirty="0">
              <a:solidFill>
                <a:schemeClr val="lt1"/>
              </a:solidFill>
            </a:endParaRPr>
          </a:p>
          <a:p>
            <a:pPr marL="457200" lvl="0" indent="-355600" algn="l" rtl="0">
              <a:lnSpc>
                <a:spcPct val="115000"/>
              </a:lnSpc>
              <a:spcBef>
                <a:spcPts val="0"/>
              </a:spcBef>
              <a:spcAft>
                <a:spcPts val="0"/>
              </a:spcAft>
              <a:buClr>
                <a:schemeClr val="lt1"/>
              </a:buClr>
              <a:buSzPts val="2000"/>
              <a:buAutoNum type="arabicPeriod"/>
            </a:pPr>
            <a:r>
              <a:rPr lang="en" sz="2000" b="1" dirty="0">
                <a:solidFill>
                  <a:schemeClr val="lt1"/>
                </a:solidFill>
              </a:rPr>
              <a:t>File Handling : FASTA / TXT</a:t>
            </a:r>
            <a:r>
              <a:rPr lang="en" sz="2000" dirty="0">
                <a:solidFill>
                  <a:schemeClr val="lt1"/>
                </a:solidFill>
              </a:rPr>
              <a:t> – DNA sequence input</a:t>
            </a:r>
            <a:endParaRPr sz="2000" dirty="0">
              <a:solidFill>
                <a:schemeClr val="lt1"/>
              </a:solidFill>
            </a:endParaRPr>
          </a:p>
          <a:p>
            <a:pPr marL="457200" lvl="0" indent="-355600" algn="l" rtl="0">
              <a:lnSpc>
                <a:spcPct val="115000"/>
              </a:lnSpc>
              <a:spcBef>
                <a:spcPts val="0"/>
              </a:spcBef>
              <a:spcAft>
                <a:spcPts val="0"/>
              </a:spcAft>
              <a:buClr>
                <a:schemeClr val="lt1"/>
              </a:buClr>
              <a:buSzPts val="2000"/>
              <a:buAutoNum type="arabicPeriod"/>
            </a:pPr>
            <a:r>
              <a:rPr lang="en" sz="2000" b="1" dirty="0">
                <a:solidFill>
                  <a:schemeClr val="lt1"/>
                </a:solidFill>
              </a:rPr>
              <a:t>Data Structures : Arrays / Strings</a:t>
            </a:r>
            <a:r>
              <a:rPr lang="en" sz="2000" dirty="0">
                <a:solidFill>
                  <a:schemeClr val="lt1"/>
                </a:solidFill>
              </a:rPr>
              <a:t> – DNA sequences and pattern processing</a:t>
            </a:r>
            <a:endParaRPr sz="2000" dirty="0">
              <a:solidFill>
                <a:schemeClr val="lt1"/>
              </a:solidFill>
            </a:endParaRPr>
          </a:p>
          <a:p>
            <a:pPr marL="457200" lvl="0" indent="-355600" algn="l" rtl="0">
              <a:lnSpc>
                <a:spcPct val="115000"/>
              </a:lnSpc>
              <a:spcBef>
                <a:spcPts val="0"/>
              </a:spcBef>
              <a:spcAft>
                <a:spcPts val="0"/>
              </a:spcAft>
              <a:buClr>
                <a:schemeClr val="lt1"/>
              </a:buClr>
              <a:buSzPts val="2000"/>
              <a:buAutoNum type="arabicPeriod"/>
            </a:pPr>
            <a:r>
              <a:rPr lang="en" sz="2000" b="1" dirty="0">
                <a:solidFill>
                  <a:schemeClr val="lt1"/>
                </a:solidFill>
              </a:rPr>
              <a:t>Frontend / User Interface : </a:t>
            </a:r>
            <a:r>
              <a:rPr lang="en" sz="2000" dirty="0">
                <a:solidFill>
                  <a:schemeClr val="lt1"/>
                </a:solidFill>
              </a:rPr>
              <a:t>HTML, CSS, JavaScript – User interface and result visualization</a:t>
            </a:r>
            <a:endParaRPr sz="2000" dirty="0">
              <a:solidFill>
                <a:schemeClr val="lt1"/>
              </a:solidFill>
            </a:endParaRPr>
          </a:p>
          <a:p>
            <a:pPr marL="457200" lvl="0" indent="-355600" algn="l" rtl="0">
              <a:lnSpc>
                <a:spcPct val="115000"/>
              </a:lnSpc>
              <a:spcBef>
                <a:spcPts val="0"/>
              </a:spcBef>
              <a:spcAft>
                <a:spcPts val="0"/>
              </a:spcAft>
              <a:buClr>
                <a:schemeClr val="lt1"/>
              </a:buClr>
              <a:buSzPts val="2000"/>
              <a:buAutoNum type="arabicPeriod"/>
            </a:pPr>
            <a:r>
              <a:rPr lang="en" sz="2000" b="1" dirty="0">
                <a:solidFill>
                  <a:schemeClr val="lt1"/>
                </a:solidFill>
              </a:rPr>
              <a:t>Development Tools : </a:t>
            </a:r>
            <a:r>
              <a:rPr lang="en" sz="2000" dirty="0">
                <a:solidFill>
                  <a:schemeClr val="lt1"/>
                </a:solidFill>
              </a:rPr>
              <a:t>VS Code / IntelliJ IDEA – Code development</a:t>
            </a:r>
            <a:endParaRPr sz="2000" dirty="0">
              <a:solidFill>
                <a:schemeClr val="lt1"/>
              </a:solidFill>
            </a:endParaRPr>
          </a:p>
          <a:p>
            <a:pPr marL="914400" lvl="1" indent="-355600" algn="l" rtl="0">
              <a:lnSpc>
                <a:spcPct val="115000"/>
              </a:lnSpc>
              <a:spcBef>
                <a:spcPts val="0"/>
              </a:spcBef>
              <a:spcAft>
                <a:spcPts val="0"/>
              </a:spcAft>
              <a:buClr>
                <a:schemeClr val="lt1"/>
              </a:buClr>
              <a:buSzPts val="2000"/>
              <a:buAutoNum type="alphaLcPeriod"/>
            </a:pPr>
            <a:r>
              <a:rPr lang="en" sz="2000" b="1" dirty="0">
                <a:solidFill>
                  <a:schemeClr val="lt1"/>
                </a:solidFill>
              </a:rPr>
              <a:t>Git &amp; GitHub</a:t>
            </a:r>
            <a:r>
              <a:rPr lang="en" sz="2000" dirty="0">
                <a:solidFill>
                  <a:schemeClr val="lt1"/>
                </a:solidFill>
              </a:rPr>
              <a:t> – Version control and project management</a:t>
            </a:r>
            <a:endParaRPr sz="2000" dirty="0">
              <a:solidFill>
                <a:schemeClr val="lt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572">
          <a:extLst>
            <a:ext uri="{FF2B5EF4-FFF2-40B4-BE49-F238E27FC236}">
              <a16:creationId xmlns:a16="http://schemas.microsoft.com/office/drawing/2014/main" id="{C2572844-DB6F-50BA-61D9-5FDB76442420}"/>
            </a:ext>
          </a:extLst>
        </p:cNvPr>
        <p:cNvGrpSpPr/>
        <p:nvPr/>
      </p:nvGrpSpPr>
      <p:grpSpPr>
        <a:xfrm>
          <a:off x="0" y="0"/>
          <a:ext cx="0" cy="0"/>
          <a:chOff x="0" y="0"/>
          <a:chExt cx="0" cy="0"/>
        </a:xfrm>
      </p:grpSpPr>
      <p:sp>
        <p:nvSpPr>
          <p:cNvPr id="573" name="Google Shape;573;p47">
            <a:extLst>
              <a:ext uri="{FF2B5EF4-FFF2-40B4-BE49-F238E27FC236}">
                <a16:creationId xmlns:a16="http://schemas.microsoft.com/office/drawing/2014/main" id="{7AE821BC-2E67-9CE2-0EAB-547F657F088B}"/>
              </a:ext>
            </a:extLst>
          </p:cNvPr>
          <p:cNvSpPr txBox="1">
            <a:spLocks noGrp="1"/>
          </p:cNvSpPr>
          <p:nvPr>
            <p:ph type="title"/>
          </p:nvPr>
        </p:nvSpPr>
        <p:spPr>
          <a:xfrm>
            <a:off x="390725" y="0"/>
            <a:ext cx="7390500" cy="489334"/>
          </a:xfrm>
          <a:prstGeom prst="rect">
            <a:avLst/>
          </a:prstGeom>
        </p:spPr>
        <p:txBody>
          <a:bodyPr spcFirstLastPara="1" wrap="square" lIns="0" tIns="91425" rIns="91425" bIns="91425" anchor="t" anchorCtr="0">
            <a:spAutoFit/>
          </a:bodyPr>
          <a:lstStyle/>
          <a:p>
            <a:pPr marL="0" lvl="0" indent="0" algn="ctr" rtl="0">
              <a:spcBef>
                <a:spcPts val="0"/>
              </a:spcBef>
              <a:spcAft>
                <a:spcPts val="0"/>
              </a:spcAft>
              <a:buNone/>
            </a:pPr>
            <a:r>
              <a:rPr lang="en" sz="2200" dirty="0">
                <a:latin typeface="Arial"/>
                <a:cs typeface="Arial"/>
                <a:sym typeface="Arial"/>
              </a:rPr>
              <a:t>DEMO </a:t>
            </a:r>
            <a:endParaRPr sz="4900" dirty="0"/>
          </a:p>
        </p:txBody>
      </p:sp>
      <p:sp>
        <p:nvSpPr>
          <p:cNvPr id="574" name="Google Shape;574;p47">
            <a:extLst>
              <a:ext uri="{FF2B5EF4-FFF2-40B4-BE49-F238E27FC236}">
                <a16:creationId xmlns:a16="http://schemas.microsoft.com/office/drawing/2014/main" id="{250106EE-42F9-EC72-E098-9A6A1D8A106B}"/>
              </a:ext>
            </a:extLst>
          </p:cNvPr>
          <p:cNvSpPr txBox="1"/>
          <p:nvPr/>
        </p:nvSpPr>
        <p:spPr>
          <a:xfrm>
            <a:off x="1846675" y="1228475"/>
            <a:ext cx="7314300" cy="323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sz="900">
              <a:solidFill>
                <a:schemeClr val="lt1"/>
              </a:solidFill>
              <a:latin typeface="Red Hat Display"/>
              <a:ea typeface="Red Hat Display"/>
              <a:cs typeface="Red Hat Display"/>
              <a:sym typeface="Red Hat Display"/>
            </a:endParaRPr>
          </a:p>
        </p:txBody>
      </p:sp>
      <p:sp>
        <p:nvSpPr>
          <p:cNvPr id="575" name="Google Shape;575;p47">
            <a:extLst>
              <a:ext uri="{FF2B5EF4-FFF2-40B4-BE49-F238E27FC236}">
                <a16:creationId xmlns:a16="http://schemas.microsoft.com/office/drawing/2014/main" id="{7A3D271D-C02D-A8C2-A4AF-9FB69ABD6C95}"/>
              </a:ext>
            </a:extLst>
          </p:cNvPr>
          <p:cNvSpPr txBox="1"/>
          <p:nvPr/>
        </p:nvSpPr>
        <p:spPr>
          <a:xfrm>
            <a:off x="431775" y="542650"/>
            <a:ext cx="8325300" cy="4231800"/>
          </a:xfrm>
          <a:prstGeom prst="rect">
            <a:avLst/>
          </a:prstGeom>
          <a:noFill/>
          <a:ln>
            <a:noFill/>
          </a:ln>
        </p:spPr>
        <p:txBody>
          <a:bodyPr spcFirstLastPara="1" wrap="square" lIns="91425" tIns="91425" rIns="91425" bIns="91425" anchor="t" anchorCtr="0">
            <a:noAutofit/>
          </a:bodyPr>
          <a:lstStyle/>
          <a:p>
            <a:pPr marL="457200" lvl="0" indent="-355600" algn="l" rtl="0">
              <a:lnSpc>
                <a:spcPct val="115000"/>
              </a:lnSpc>
              <a:spcBef>
                <a:spcPts val="1200"/>
              </a:spcBef>
              <a:spcAft>
                <a:spcPts val="0"/>
              </a:spcAft>
              <a:buClr>
                <a:schemeClr val="lt1"/>
              </a:buClr>
              <a:buSzPts val="2000"/>
              <a:buAutoNum type="arabicPeriod"/>
            </a:pPr>
            <a:endParaRPr sz="2000" dirty="0">
              <a:solidFill>
                <a:schemeClr val="lt1"/>
              </a:solidFill>
            </a:endParaRPr>
          </a:p>
        </p:txBody>
      </p:sp>
      <p:pic>
        <p:nvPicPr>
          <p:cNvPr id="3" name="Picture 2">
            <a:extLst>
              <a:ext uri="{FF2B5EF4-FFF2-40B4-BE49-F238E27FC236}">
                <a16:creationId xmlns:a16="http://schemas.microsoft.com/office/drawing/2014/main" id="{B56FE7F9-BF11-F590-39C1-6CF82C982471}"/>
              </a:ext>
            </a:extLst>
          </p:cNvPr>
          <p:cNvPicPr>
            <a:picLocks noChangeAspect="1"/>
          </p:cNvPicPr>
          <p:nvPr/>
        </p:nvPicPr>
        <p:blipFill>
          <a:blip r:embed="rId3"/>
          <a:stretch>
            <a:fillRect/>
          </a:stretch>
        </p:blipFill>
        <p:spPr>
          <a:xfrm>
            <a:off x="1051260" y="542650"/>
            <a:ext cx="6635201" cy="4423467"/>
          </a:xfrm>
          <a:prstGeom prst="rect">
            <a:avLst/>
          </a:prstGeom>
        </p:spPr>
      </p:pic>
    </p:spTree>
    <p:extLst>
      <p:ext uri="{BB962C8B-B14F-4D97-AF65-F5344CB8AC3E}">
        <p14:creationId xmlns:p14="http://schemas.microsoft.com/office/powerpoint/2010/main" val="34713218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590"/>
        <p:cNvGrpSpPr/>
        <p:nvPr/>
      </p:nvGrpSpPr>
      <p:grpSpPr>
        <a:xfrm>
          <a:off x="0" y="0"/>
          <a:ext cx="0" cy="0"/>
          <a:chOff x="0" y="0"/>
          <a:chExt cx="0" cy="0"/>
        </a:xfrm>
      </p:grpSpPr>
      <p:sp>
        <p:nvSpPr>
          <p:cNvPr id="591" name="Google Shape;591;p50"/>
          <p:cNvSpPr txBox="1">
            <a:spLocks noGrp="1"/>
          </p:cNvSpPr>
          <p:nvPr>
            <p:ph type="title"/>
          </p:nvPr>
        </p:nvSpPr>
        <p:spPr>
          <a:xfrm>
            <a:off x="521750" y="329200"/>
            <a:ext cx="7247100" cy="489300"/>
          </a:xfrm>
          <a:prstGeom prst="rect">
            <a:avLst/>
          </a:prstGeom>
        </p:spPr>
        <p:txBody>
          <a:bodyPr spcFirstLastPara="1" wrap="square" lIns="0" tIns="91425" rIns="91425" bIns="91425" anchor="t" anchorCtr="0">
            <a:spAutoFit/>
          </a:bodyPr>
          <a:lstStyle/>
          <a:p>
            <a:pPr marL="0" lvl="0" indent="0" algn="l" rtl="0">
              <a:spcBef>
                <a:spcPts val="0"/>
              </a:spcBef>
              <a:spcAft>
                <a:spcPts val="0"/>
              </a:spcAft>
              <a:buNone/>
            </a:pPr>
            <a:r>
              <a:rPr lang="en" sz="2200" dirty="0">
                <a:latin typeface="Red Hat Display" panose="020B0604020202020204" charset="0"/>
                <a:ea typeface="Red Hat Display" panose="020B0604020202020204" charset="0"/>
                <a:cs typeface="Red Hat Display" panose="020B0604020202020204" charset="0"/>
                <a:sym typeface="Arial"/>
              </a:rPr>
              <a:t>OUTCOME</a:t>
            </a:r>
            <a:endParaRPr sz="2200" dirty="0">
              <a:solidFill>
                <a:schemeClr val="dk2"/>
              </a:solidFill>
              <a:latin typeface="Red Hat Display" panose="020B0604020202020204" charset="0"/>
              <a:ea typeface="Red Hat Display" panose="020B0604020202020204" charset="0"/>
              <a:cs typeface="Red Hat Display" panose="020B0604020202020204" charset="0"/>
              <a:sym typeface="Arial"/>
            </a:endParaRPr>
          </a:p>
        </p:txBody>
      </p:sp>
      <p:sp>
        <p:nvSpPr>
          <p:cNvPr id="592" name="Google Shape;592;p50"/>
          <p:cNvSpPr txBox="1"/>
          <p:nvPr/>
        </p:nvSpPr>
        <p:spPr>
          <a:xfrm>
            <a:off x="228600" y="730600"/>
            <a:ext cx="8375400" cy="4770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1200"/>
              </a:spcAft>
              <a:buNone/>
            </a:pPr>
            <a:endParaRPr sz="1900" b="1">
              <a:solidFill>
                <a:schemeClr val="lt1"/>
              </a:solidFill>
            </a:endParaRPr>
          </a:p>
        </p:txBody>
      </p:sp>
      <p:sp>
        <p:nvSpPr>
          <p:cNvPr id="593" name="Google Shape;593;p50"/>
          <p:cNvSpPr txBox="1"/>
          <p:nvPr/>
        </p:nvSpPr>
        <p:spPr>
          <a:xfrm>
            <a:off x="381475" y="818500"/>
            <a:ext cx="8375400" cy="3956100"/>
          </a:xfrm>
          <a:prstGeom prst="rect">
            <a:avLst/>
          </a:prstGeom>
          <a:noFill/>
          <a:ln>
            <a:noFill/>
          </a:ln>
        </p:spPr>
        <p:txBody>
          <a:bodyPr spcFirstLastPara="1" wrap="square" lIns="91425" tIns="91425" rIns="91425" bIns="91425" anchor="t" anchorCtr="0">
            <a:noAutofit/>
          </a:bodyPr>
          <a:lstStyle/>
          <a:p>
            <a:pPr lvl="0"/>
            <a:r>
              <a:rPr lang="en-IN" sz="2000" dirty="0"/>
              <a:t>~ Quickly finds specific DNA and gene patterns using the Boyer–Moore algorithm. </a:t>
            </a:r>
          </a:p>
          <a:p>
            <a:pPr lvl="0"/>
            <a:r>
              <a:rPr lang="en-IN" sz="2000" dirty="0"/>
              <a:t>Identifies matching positions and helps detect important DNA patterns such as mutations and disease markers. </a:t>
            </a:r>
          </a:p>
          <a:p>
            <a:pPr lvl="0"/>
            <a:r>
              <a:rPr lang="en-IN" sz="2000" dirty="0"/>
              <a:t>~ Compares Boyer–Moore with Naïve String Matching to show search efficiency. </a:t>
            </a:r>
          </a:p>
          <a:p>
            <a:pPr lvl="0"/>
            <a:r>
              <a:rPr lang="en-IN" sz="2000" dirty="0"/>
              <a:t>~ Can be used in genome comparison, CRISPR sequence searching, and genetic research. </a:t>
            </a:r>
          </a:p>
          <a:p>
            <a:pPr lvl="0"/>
            <a:r>
              <a:rPr lang="en-IN" sz="2000" dirty="0"/>
              <a:t>~ Demonstrates how DSA and string-matching techniques can be applied to real-world bioinformatics problems. </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597"/>
        <p:cNvGrpSpPr/>
        <p:nvPr/>
      </p:nvGrpSpPr>
      <p:grpSpPr>
        <a:xfrm>
          <a:off x="0" y="0"/>
          <a:ext cx="0" cy="0"/>
          <a:chOff x="0" y="0"/>
          <a:chExt cx="0" cy="0"/>
        </a:xfrm>
      </p:grpSpPr>
      <p:sp>
        <p:nvSpPr>
          <p:cNvPr id="598" name="Google Shape;598;p51"/>
          <p:cNvSpPr txBox="1">
            <a:spLocks noGrp="1"/>
          </p:cNvSpPr>
          <p:nvPr>
            <p:ph type="title"/>
          </p:nvPr>
        </p:nvSpPr>
        <p:spPr>
          <a:xfrm>
            <a:off x="4525050" y="2399300"/>
            <a:ext cx="4436100" cy="587700"/>
          </a:xfrm>
          <a:prstGeom prst="rect">
            <a:avLst/>
          </a:prstGeom>
        </p:spPr>
        <p:txBody>
          <a:bodyPr spcFirstLastPara="1" wrap="square" lIns="0" tIns="91425" rIns="91425" bIns="0" anchor="b" anchorCtr="0">
            <a:noAutofit/>
          </a:bodyPr>
          <a:lstStyle/>
          <a:p>
            <a:pPr marL="0" lvl="0" indent="0" algn="l" rtl="0">
              <a:spcBef>
                <a:spcPts val="0"/>
              </a:spcBef>
              <a:spcAft>
                <a:spcPts val="0"/>
              </a:spcAft>
              <a:buNone/>
            </a:pPr>
            <a:r>
              <a:rPr lang="en" sz="5900"/>
              <a:t>Thank You</a:t>
            </a:r>
            <a:endParaRPr sz="5900"/>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Ion</Template>
  <TotalTime>26</TotalTime>
  <Words>412</Words>
  <Application>Microsoft Office PowerPoint</Application>
  <PresentationFormat>On-screen Show (16:9)</PresentationFormat>
  <Paragraphs>30</Paragraphs>
  <Slides>8</Slides>
  <Notes>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Wingdings 3</vt:lpstr>
      <vt:lpstr>Arial</vt:lpstr>
      <vt:lpstr>Red Hat Display</vt:lpstr>
      <vt:lpstr>Century Gothic</vt:lpstr>
      <vt:lpstr>Ion</vt:lpstr>
      <vt:lpstr>DNA Sequence Analysis Tool using Boyer–Moore String Matching Algorithm </vt:lpstr>
      <vt:lpstr>ABSTRACT</vt:lpstr>
      <vt:lpstr>PROBLEM STATEMENT</vt:lpstr>
      <vt:lpstr>PROPOSED FUNCTIONALITIES</vt:lpstr>
      <vt:lpstr>TOOLS AND TECHNOLOGIES TO BE USED</vt:lpstr>
      <vt:lpstr>DEMO </vt:lpstr>
      <vt:lpstr>OUTCOME</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AKHILA APPANABHOTLA</dc:creator>
  <cp:lastModifiedBy>Likhitha Mikkilineni</cp:lastModifiedBy>
  <cp:revision>7</cp:revision>
  <dcterms:modified xsi:type="dcterms:W3CDTF">2026-08-24T08:05:55Z</dcterms:modified>
</cp:coreProperties>
</file>